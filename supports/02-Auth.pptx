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</p:sldMasterIdLst>
  <p:notesMasterIdLst>
    <p:notesMasterId r:id="rId48"/>
  </p:notesMasterIdLst>
  <p:sldIdLst>
    <p:sldId id="302" r:id="rId5"/>
    <p:sldId id="319" r:id="rId6"/>
    <p:sldId id="306" r:id="rId7"/>
    <p:sldId id="387" r:id="rId8"/>
    <p:sldId id="385" r:id="rId9"/>
    <p:sldId id="388" r:id="rId10"/>
    <p:sldId id="389" r:id="rId11"/>
    <p:sldId id="390" r:id="rId12"/>
    <p:sldId id="410" r:id="rId13"/>
    <p:sldId id="413" r:id="rId14"/>
    <p:sldId id="416" r:id="rId15"/>
    <p:sldId id="417" r:id="rId16"/>
    <p:sldId id="418" r:id="rId17"/>
    <p:sldId id="420" r:id="rId18"/>
    <p:sldId id="419" r:id="rId19"/>
    <p:sldId id="421" r:id="rId20"/>
    <p:sldId id="414" r:id="rId21"/>
    <p:sldId id="422" r:id="rId22"/>
    <p:sldId id="423" r:id="rId23"/>
    <p:sldId id="415" r:id="rId24"/>
    <p:sldId id="396" r:id="rId25"/>
    <p:sldId id="397" r:id="rId26"/>
    <p:sldId id="393" r:id="rId27"/>
    <p:sldId id="395" r:id="rId28"/>
    <p:sldId id="408" r:id="rId29"/>
    <p:sldId id="409" r:id="rId30"/>
    <p:sldId id="384" r:id="rId31"/>
    <p:sldId id="379" r:id="rId32"/>
    <p:sldId id="403" r:id="rId33"/>
    <p:sldId id="404" r:id="rId34"/>
    <p:sldId id="405" r:id="rId35"/>
    <p:sldId id="406" r:id="rId36"/>
    <p:sldId id="398" r:id="rId37"/>
    <p:sldId id="407" r:id="rId38"/>
    <p:sldId id="399" r:id="rId39"/>
    <p:sldId id="402" r:id="rId40"/>
    <p:sldId id="381" r:id="rId41"/>
    <p:sldId id="382" r:id="rId42"/>
    <p:sldId id="383" r:id="rId43"/>
    <p:sldId id="411" r:id="rId44"/>
    <p:sldId id="338" r:id="rId45"/>
    <p:sldId id="412" r:id="rId46"/>
    <p:sldId id="347" r:id="rId47"/>
  </p:sldIdLst>
  <p:sldSz cx="12192000" cy="6858000"/>
  <p:notesSz cx="6858000" cy="9144000"/>
  <p:embeddedFontLst>
    <p:embeddedFont>
      <p:font typeface="Century Gothic" panose="020B0502020202020204" pitchFamily="34" charset="0"/>
      <p:regular r:id="rId49"/>
      <p:bold r:id="rId50"/>
      <p:italic r:id="rId51"/>
      <p:boldItalic r:id="rId52"/>
    </p:embeddedFont>
    <p:embeddedFont>
      <p:font typeface="Daytona Light" panose="020B0304030503040204" pitchFamily="34" charset="0"/>
      <p:regular r:id="rId53"/>
      <p:italic r:id="rId54"/>
    </p:embeddedFont>
    <p:embeddedFont>
      <p:font typeface="Helvetica" panose="020B0604020202020204" pitchFamily="34" charset="0"/>
      <p:regular r:id="rId55"/>
      <p:bold r:id="rId56"/>
      <p:italic r:id="rId57"/>
      <p:boldItalic r:id="rId58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D4C291C-4C0B-4AA0-B003-C6C25442A5E7}">
          <p14:sldIdLst>
            <p14:sldId id="302"/>
            <p14:sldId id="319"/>
            <p14:sldId id="306"/>
            <p14:sldId id="387"/>
            <p14:sldId id="385"/>
            <p14:sldId id="388"/>
            <p14:sldId id="389"/>
            <p14:sldId id="390"/>
            <p14:sldId id="410"/>
            <p14:sldId id="413"/>
            <p14:sldId id="416"/>
            <p14:sldId id="417"/>
            <p14:sldId id="418"/>
            <p14:sldId id="420"/>
            <p14:sldId id="419"/>
            <p14:sldId id="421"/>
            <p14:sldId id="414"/>
            <p14:sldId id="422"/>
            <p14:sldId id="423"/>
            <p14:sldId id="415"/>
            <p14:sldId id="396"/>
            <p14:sldId id="397"/>
            <p14:sldId id="393"/>
            <p14:sldId id="395"/>
            <p14:sldId id="408"/>
            <p14:sldId id="409"/>
            <p14:sldId id="384"/>
            <p14:sldId id="379"/>
            <p14:sldId id="403"/>
            <p14:sldId id="404"/>
            <p14:sldId id="405"/>
            <p14:sldId id="406"/>
            <p14:sldId id="398"/>
            <p14:sldId id="407"/>
            <p14:sldId id="399"/>
            <p14:sldId id="402"/>
            <p14:sldId id="381"/>
            <p14:sldId id="382"/>
            <p14:sldId id="383"/>
            <p14:sldId id="411"/>
            <p14:sldId id="338"/>
            <p14:sldId id="412"/>
            <p14:sldId id="34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édric Schaffter" initials="CS" lastIdx="1" clrIdx="0">
    <p:extLst>
      <p:ext uri="{19B8F6BF-5375-455C-9EA6-DF929625EA0E}">
        <p15:presenceInfo xmlns:p15="http://schemas.microsoft.com/office/powerpoint/2012/main" userId="S::px53yvq@eduvaud.ch::553b4a19-b3bd-4c85-8b03-e3da8d2d0ee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0000"/>
    <a:srgbClr val="AD2B33"/>
    <a:srgbClr val="333333"/>
    <a:srgbClr val="004595"/>
    <a:srgbClr val="F5F7FA"/>
    <a:srgbClr val="66AEDD"/>
    <a:srgbClr val="EDEDED"/>
    <a:srgbClr val="CCFFFF"/>
    <a:srgbClr val="FFFFFF"/>
    <a:srgbClr val="B567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7512A5-4CE2-4DC5-B31D-CDD81E36BD4E}" v="29" dt="2025-02-07T07:56:40.3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font" Target="fonts/font3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commentAuthors" Target="comment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6.fntdata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4.fntdata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ël Sonney" userId="9e336ed1-67b1-4474-b0e4-db9cec3afe68" providerId="ADAL" clId="{1A37A339-C890-4C0F-B491-848A48AC7142}"/>
    <pc:docChg chg="custSel addSld modSld sldOrd">
      <pc:chgData name="Gaël Sonney" userId="9e336ed1-67b1-4474-b0e4-db9cec3afe68" providerId="ADAL" clId="{1A37A339-C890-4C0F-B491-848A48AC7142}" dt="2024-04-19T09:03:59.685" v="512" actId="729"/>
      <pc:docMkLst>
        <pc:docMk/>
      </pc:docMkLst>
      <pc:sldChg chg="modSp mod">
        <pc:chgData name="Gaël Sonney" userId="9e336ed1-67b1-4474-b0e4-db9cec3afe68" providerId="ADAL" clId="{1A37A339-C890-4C0F-B491-848A48AC7142}" dt="2024-04-17T12:22:02.011" v="2" actId="20577"/>
        <pc:sldMkLst>
          <pc:docMk/>
          <pc:sldMk cId="2335978113" sldId="396"/>
        </pc:sldMkLst>
      </pc:sldChg>
      <pc:sldChg chg="ord">
        <pc:chgData name="Gaël Sonney" userId="9e336ed1-67b1-4474-b0e4-db9cec3afe68" providerId="ADAL" clId="{1A37A339-C890-4C0F-B491-848A48AC7142}" dt="2024-04-17T12:29:27.150" v="4"/>
        <pc:sldMkLst>
          <pc:docMk/>
          <pc:sldMk cId="483106605" sldId="403"/>
        </pc:sldMkLst>
      </pc:sldChg>
      <pc:sldChg chg="modSp add mod modAnim modShow">
        <pc:chgData name="Gaël Sonney" userId="9e336ed1-67b1-4474-b0e4-db9cec3afe68" providerId="ADAL" clId="{1A37A339-C890-4C0F-B491-848A48AC7142}" dt="2024-04-19T09:03:59.685" v="512" actId="729"/>
        <pc:sldMkLst>
          <pc:docMk/>
          <pc:sldMk cId="1189187051" sldId="412"/>
        </pc:sldMkLst>
      </pc:sldChg>
    </pc:docChg>
  </pc:docChgLst>
  <pc:docChgLst>
    <pc:chgData name="Cédric Schaffter" userId="553b4a19-b3bd-4c85-8b03-e3da8d2d0ee5" providerId="ADAL" clId="{97B98BAE-CEC8-4862-A891-6B64A0E5D030}"/>
    <pc:docChg chg="undo custSel addSld delSld modSld modSection">
      <pc:chgData name="Cédric Schaffter" userId="553b4a19-b3bd-4c85-8b03-e3da8d2d0ee5" providerId="ADAL" clId="{97B98BAE-CEC8-4862-A891-6B64A0E5D030}" dt="2024-03-25T21:45:39.280" v="404" actId="20577"/>
      <pc:docMkLst>
        <pc:docMk/>
      </pc:docMkLst>
      <pc:sldChg chg="modSp mod">
        <pc:chgData name="Cédric Schaffter" userId="553b4a19-b3bd-4c85-8b03-e3da8d2d0ee5" providerId="ADAL" clId="{97B98BAE-CEC8-4862-A891-6B64A0E5D030}" dt="2024-03-25T20:55:31.566" v="1" actId="20577"/>
        <pc:sldMkLst>
          <pc:docMk/>
          <pc:sldMk cId="3654359519" sldId="302"/>
        </pc:sldMkLst>
      </pc:sldChg>
      <pc:sldChg chg="del">
        <pc:chgData name="Cédric Schaffter" userId="553b4a19-b3bd-4c85-8b03-e3da8d2d0ee5" providerId="ADAL" clId="{97B98BAE-CEC8-4862-A891-6B64A0E5D030}" dt="2024-03-25T20:55:53.225" v="3" actId="47"/>
        <pc:sldMkLst>
          <pc:docMk/>
          <pc:sldMk cId="1194078828" sldId="305"/>
        </pc:sldMkLst>
      </pc:sldChg>
      <pc:sldChg chg="addSp delSp modSp mod">
        <pc:chgData name="Cédric Schaffter" userId="553b4a19-b3bd-4c85-8b03-e3da8d2d0ee5" providerId="ADAL" clId="{97B98BAE-CEC8-4862-A891-6B64A0E5D030}" dt="2024-03-25T21:15:12.253" v="54" actId="20577"/>
        <pc:sldMkLst>
          <pc:docMk/>
          <pc:sldMk cId="2918993193" sldId="306"/>
        </pc:sldMkLst>
      </pc:sldChg>
      <pc:sldChg chg="del">
        <pc:chgData name="Cédric Schaffter" userId="553b4a19-b3bd-4c85-8b03-e3da8d2d0ee5" providerId="ADAL" clId="{97B98BAE-CEC8-4862-A891-6B64A0E5D030}" dt="2024-03-25T20:56:10.558" v="7" actId="47"/>
        <pc:sldMkLst>
          <pc:docMk/>
          <pc:sldMk cId="1132419961" sldId="307"/>
        </pc:sldMkLst>
      </pc:sldChg>
      <pc:sldChg chg="del">
        <pc:chgData name="Cédric Schaffter" userId="553b4a19-b3bd-4c85-8b03-e3da8d2d0ee5" providerId="ADAL" clId="{97B98BAE-CEC8-4862-A891-6B64A0E5D030}" dt="2024-03-25T20:56:12.031" v="8" actId="47"/>
        <pc:sldMkLst>
          <pc:docMk/>
          <pc:sldMk cId="897100507" sldId="308"/>
        </pc:sldMkLst>
      </pc:sldChg>
      <pc:sldChg chg="del">
        <pc:chgData name="Cédric Schaffter" userId="553b4a19-b3bd-4c85-8b03-e3da8d2d0ee5" providerId="ADAL" clId="{97B98BAE-CEC8-4862-A891-6B64A0E5D030}" dt="2024-03-25T20:56:13.361" v="9" actId="47"/>
        <pc:sldMkLst>
          <pc:docMk/>
          <pc:sldMk cId="3040483899" sldId="309"/>
        </pc:sldMkLst>
      </pc:sldChg>
      <pc:sldChg chg="del">
        <pc:chgData name="Cédric Schaffter" userId="553b4a19-b3bd-4c85-8b03-e3da8d2d0ee5" providerId="ADAL" clId="{97B98BAE-CEC8-4862-A891-6B64A0E5D030}" dt="2024-03-25T20:56:15.680" v="10" actId="47"/>
        <pc:sldMkLst>
          <pc:docMk/>
          <pc:sldMk cId="546785034" sldId="310"/>
        </pc:sldMkLst>
      </pc:sldChg>
      <pc:sldChg chg="del">
        <pc:chgData name="Cédric Schaffter" userId="553b4a19-b3bd-4c85-8b03-e3da8d2d0ee5" providerId="ADAL" clId="{97B98BAE-CEC8-4862-A891-6B64A0E5D030}" dt="2024-03-25T20:56:17.237" v="11" actId="47"/>
        <pc:sldMkLst>
          <pc:docMk/>
          <pc:sldMk cId="4233074070" sldId="311"/>
        </pc:sldMkLst>
      </pc:sldChg>
      <pc:sldChg chg="del">
        <pc:chgData name="Cédric Schaffter" userId="553b4a19-b3bd-4c85-8b03-e3da8d2d0ee5" providerId="ADAL" clId="{97B98BAE-CEC8-4862-A891-6B64A0E5D030}" dt="2024-03-25T20:56:18.808" v="12" actId="47"/>
        <pc:sldMkLst>
          <pc:docMk/>
          <pc:sldMk cId="959884948" sldId="312"/>
        </pc:sldMkLst>
      </pc:sldChg>
      <pc:sldChg chg="del">
        <pc:chgData name="Cédric Schaffter" userId="553b4a19-b3bd-4c85-8b03-e3da8d2d0ee5" providerId="ADAL" clId="{97B98BAE-CEC8-4862-A891-6B64A0E5D030}" dt="2024-03-25T20:56:20.697" v="13" actId="47"/>
        <pc:sldMkLst>
          <pc:docMk/>
          <pc:sldMk cId="2243911207" sldId="313"/>
        </pc:sldMkLst>
      </pc:sldChg>
      <pc:sldChg chg="del">
        <pc:chgData name="Cédric Schaffter" userId="553b4a19-b3bd-4c85-8b03-e3da8d2d0ee5" providerId="ADAL" clId="{97B98BAE-CEC8-4862-A891-6B64A0E5D030}" dt="2024-03-25T20:56:22.189" v="14" actId="47"/>
        <pc:sldMkLst>
          <pc:docMk/>
          <pc:sldMk cId="1581265280" sldId="314"/>
        </pc:sldMkLst>
      </pc:sldChg>
      <pc:sldChg chg="del">
        <pc:chgData name="Cédric Schaffter" userId="553b4a19-b3bd-4c85-8b03-e3da8d2d0ee5" providerId="ADAL" clId="{97B98BAE-CEC8-4862-A891-6B64A0E5D030}" dt="2024-03-25T20:56:24.643" v="16" actId="47"/>
        <pc:sldMkLst>
          <pc:docMk/>
          <pc:sldMk cId="2812579616" sldId="315"/>
        </pc:sldMkLst>
      </pc:sldChg>
      <pc:sldChg chg="del">
        <pc:chgData name="Cédric Schaffter" userId="553b4a19-b3bd-4c85-8b03-e3da8d2d0ee5" providerId="ADAL" clId="{97B98BAE-CEC8-4862-A891-6B64A0E5D030}" dt="2024-03-25T20:56:23.213" v="15" actId="47"/>
        <pc:sldMkLst>
          <pc:docMk/>
          <pc:sldMk cId="3191074640" sldId="316"/>
        </pc:sldMkLst>
      </pc:sldChg>
      <pc:sldChg chg="del">
        <pc:chgData name="Cédric Schaffter" userId="553b4a19-b3bd-4c85-8b03-e3da8d2d0ee5" providerId="ADAL" clId="{97B98BAE-CEC8-4862-A891-6B64A0E5D030}" dt="2024-03-25T20:56:26.195" v="17" actId="47"/>
        <pc:sldMkLst>
          <pc:docMk/>
          <pc:sldMk cId="4038651894" sldId="317"/>
        </pc:sldMkLst>
      </pc:sldChg>
      <pc:sldChg chg="del">
        <pc:chgData name="Cédric Schaffter" userId="553b4a19-b3bd-4c85-8b03-e3da8d2d0ee5" providerId="ADAL" clId="{97B98BAE-CEC8-4862-A891-6B64A0E5D030}" dt="2024-03-25T21:15:15.396" v="55" actId="47"/>
        <pc:sldMkLst>
          <pc:docMk/>
          <pc:sldMk cId="3762770506" sldId="318"/>
        </pc:sldMkLst>
      </pc:sldChg>
      <pc:sldChg chg="del">
        <pc:chgData name="Cédric Schaffter" userId="553b4a19-b3bd-4c85-8b03-e3da8d2d0ee5" providerId="ADAL" clId="{97B98BAE-CEC8-4862-A891-6B64A0E5D030}" dt="2024-03-25T20:56:09.221" v="6" actId="47"/>
        <pc:sldMkLst>
          <pc:docMk/>
          <pc:sldMk cId="1393010897" sldId="321"/>
        </pc:sldMkLst>
      </pc:sldChg>
      <pc:sldChg chg="modSp mod">
        <pc:chgData name="Cédric Schaffter" userId="553b4a19-b3bd-4c85-8b03-e3da8d2d0ee5" providerId="ADAL" clId="{97B98BAE-CEC8-4862-A891-6B64A0E5D030}" dt="2024-03-25T20:56:58.028" v="51" actId="20577"/>
        <pc:sldMkLst>
          <pc:docMk/>
          <pc:sldMk cId="67380971" sldId="338"/>
        </pc:sldMkLst>
      </pc:sldChg>
      <pc:sldChg chg="del">
        <pc:chgData name="Cédric Schaffter" userId="553b4a19-b3bd-4c85-8b03-e3da8d2d0ee5" providerId="ADAL" clId="{97B98BAE-CEC8-4862-A891-6B64A0E5D030}" dt="2024-03-25T20:55:50.744" v="2" actId="47"/>
        <pc:sldMkLst>
          <pc:docMk/>
          <pc:sldMk cId="4055993611" sldId="355"/>
        </pc:sldMkLst>
      </pc:sldChg>
      <pc:sldChg chg="del">
        <pc:chgData name="Cédric Schaffter" userId="553b4a19-b3bd-4c85-8b03-e3da8d2d0ee5" providerId="ADAL" clId="{97B98BAE-CEC8-4862-A891-6B64A0E5D030}" dt="2024-03-25T20:55:56.114" v="4" actId="47"/>
        <pc:sldMkLst>
          <pc:docMk/>
          <pc:sldMk cId="198641047" sldId="360"/>
        </pc:sldMkLst>
      </pc:sldChg>
      <pc:sldChg chg="modSp add mod">
        <pc:chgData name="Cédric Schaffter" userId="553b4a19-b3bd-4c85-8b03-e3da8d2d0ee5" providerId="ADAL" clId="{97B98BAE-CEC8-4862-A891-6B64A0E5D030}" dt="2024-03-25T21:29:06.369" v="194" actId="113"/>
        <pc:sldMkLst>
          <pc:docMk/>
          <pc:sldMk cId="4278092091" sldId="379"/>
        </pc:sldMkLst>
      </pc:sldChg>
      <pc:sldChg chg="modSp add mod">
        <pc:chgData name="Cédric Schaffter" userId="553b4a19-b3bd-4c85-8b03-e3da8d2d0ee5" providerId="ADAL" clId="{97B98BAE-CEC8-4862-A891-6B64A0E5D030}" dt="2024-03-25T21:17:27.182" v="177" actId="20577"/>
        <pc:sldMkLst>
          <pc:docMk/>
          <pc:sldMk cId="3025779545" sldId="380"/>
        </pc:sldMkLst>
      </pc:sldChg>
      <pc:sldChg chg="add del">
        <pc:chgData name="Cédric Schaffter" userId="553b4a19-b3bd-4c85-8b03-e3da8d2d0ee5" providerId="ADAL" clId="{97B98BAE-CEC8-4862-A891-6B64A0E5D030}" dt="2024-03-25T21:29:11.313" v="196"/>
        <pc:sldMkLst>
          <pc:docMk/>
          <pc:sldMk cId="2007412451" sldId="381"/>
        </pc:sldMkLst>
      </pc:sldChg>
      <pc:sldChg chg="modSp add mod">
        <pc:chgData name="Cédric Schaffter" userId="553b4a19-b3bd-4c85-8b03-e3da8d2d0ee5" providerId="ADAL" clId="{97B98BAE-CEC8-4862-A891-6B64A0E5D030}" dt="2024-03-25T21:39:55.903" v="211" actId="20577"/>
        <pc:sldMkLst>
          <pc:docMk/>
          <pc:sldMk cId="3693580469" sldId="381"/>
        </pc:sldMkLst>
      </pc:sldChg>
      <pc:sldChg chg="modSp add mod">
        <pc:chgData name="Cédric Schaffter" userId="553b4a19-b3bd-4c85-8b03-e3da8d2d0ee5" providerId="ADAL" clId="{97B98BAE-CEC8-4862-A891-6B64A0E5D030}" dt="2024-03-25T21:44:20.386" v="347" actId="20577"/>
        <pc:sldMkLst>
          <pc:docMk/>
          <pc:sldMk cId="2153314333" sldId="382"/>
        </pc:sldMkLst>
      </pc:sldChg>
      <pc:sldChg chg="modSp add mod">
        <pc:chgData name="Cédric Schaffter" userId="553b4a19-b3bd-4c85-8b03-e3da8d2d0ee5" providerId="ADAL" clId="{97B98BAE-CEC8-4862-A891-6B64A0E5D030}" dt="2024-03-25T21:45:39.280" v="404" actId="20577"/>
        <pc:sldMkLst>
          <pc:docMk/>
          <pc:sldMk cId="303106634" sldId="383"/>
        </pc:sldMkLst>
      </pc:sldChg>
    </pc:docChg>
  </pc:docChgLst>
  <pc:docChgLst>
    <pc:chgData name="Gaël Sonney" userId="9e336ed1-67b1-4474-b0e4-db9cec3afe68" providerId="ADAL" clId="{037512A5-4CE2-4DC5-B31D-CDD81E36BD4E}"/>
    <pc:docChg chg="custSel addSld delSld modSld sldOrd modSection">
      <pc:chgData name="Gaël Sonney" userId="9e336ed1-67b1-4474-b0e4-db9cec3afe68" providerId="ADAL" clId="{037512A5-4CE2-4DC5-B31D-CDD81E36BD4E}" dt="2025-02-07T07:56:40.301" v="700"/>
      <pc:docMkLst>
        <pc:docMk/>
      </pc:docMkLst>
      <pc:sldChg chg="modSp mod">
        <pc:chgData name="Gaël Sonney" userId="9e336ed1-67b1-4474-b0e4-db9cec3afe68" providerId="ADAL" clId="{037512A5-4CE2-4DC5-B31D-CDD81E36BD4E}" dt="2025-01-30T12:18:25.649" v="581" actId="20577"/>
        <pc:sldMkLst>
          <pc:docMk/>
          <pc:sldMk cId="67380971" sldId="338"/>
        </pc:sldMkLst>
        <pc:spChg chg="mod">
          <ac:chgData name="Gaël Sonney" userId="9e336ed1-67b1-4474-b0e4-db9cec3afe68" providerId="ADAL" clId="{037512A5-4CE2-4DC5-B31D-CDD81E36BD4E}" dt="2025-01-30T12:18:25.649" v="581" actId="20577"/>
          <ac:spMkLst>
            <pc:docMk/>
            <pc:sldMk cId="67380971" sldId="338"/>
            <ac:spMk id="3" creationId="{942E22A4-A7C2-811E-10FB-FA0F6AF6712F}"/>
          </ac:spMkLst>
        </pc:spChg>
      </pc:sldChg>
      <pc:sldChg chg="modNotesTx">
        <pc:chgData name="Gaël Sonney" userId="9e336ed1-67b1-4474-b0e4-db9cec3afe68" providerId="ADAL" clId="{037512A5-4CE2-4DC5-B31D-CDD81E36BD4E}" dt="2025-01-30T12:11:11.864" v="578" actId="20577"/>
        <pc:sldMkLst>
          <pc:docMk/>
          <pc:sldMk cId="2755665236" sldId="379"/>
        </pc:sldMkLst>
      </pc:sldChg>
      <pc:sldChg chg="modNotesTx">
        <pc:chgData name="Gaël Sonney" userId="9e336ed1-67b1-4474-b0e4-db9cec3afe68" providerId="ADAL" clId="{037512A5-4CE2-4DC5-B31D-CDD81E36BD4E}" dt="2025-01-30T07:52:47.381" v="121" actId="20577"/>
        <pc:sldMkLst>
          <pc:docMk/>
          <pc:sldMk cId="1525042101" sldId="384"/>
        </pc:sldMkLst>
      </pc:sldChg>
      <pc:sldChg chg="mod modShow">
        <pc:chgData name="Gaël Sonney" userId="9e336ed1-67b1-4474-b0e4-db9cec3afe68" providerId="ADAL" clId="{037512A5-4CE2-4DC5-B31D-CDD81E36BD4E}" dt="2025-01-30T07:53:17.843" v="122" actId="729"/>
        <pc:sldMkLst>
          <pc:docMk/>
          <pc:sldMk cId="3062968195" sldId="399"/>
        </pc:sldMkLst>
      </pc:sldChg>
      <pc:sldChg chg="mod modShow">
        <pc:chgData name="Gaël Sonney" userId="9e336ed1-67b1-4474-b0e4-db9cec3afe68" providerId="ADAL" clId="{037512A5-4CE2-4DC5-B31D-CDD81E36BD4E}" dt="2025-01-30T07:53:17.843" v="122" actId="729"/>
        <pc:sldMkLst>
          <pc:docMk/>
          <pc:sldMk cId="30676770" sldId="402"/>
        </pc:sldMkLst>
      </pc:sldChg>
      <pc:sldChg chg="modNotesTx">
        <pc:chgData name="Gaël Sonney" userId="9e336ed1-67b1-4474-b0e4-db9cec3afe68" providerId="ADAL" clId="{037512A5-4CE2-4DC5-B31D-CDD81E36BD4E}" dt="2025-02-06T20:51:28.995" v="670"/>
        <pc:sldMkLst>
          <pc:docMk/>
          <pc:sldMk cId="3400700937" sldId="418"/>
        </pc:sldMkLst>
      </pc:sldChg>
      <pc:sldChg chg="ord">
        <pc:chgData name="Gaël Sonney" userId="9e336ed1-67b1-4474-b0e4-db9cec3afe68" providerId="ADAL" clId="{037512A5-4CE2-4DC5-B31D-CDD81E36BD4E}" dt="2025-02-06T20:38:24.252" v="669"/>
        <pc:sldMkLst>
          <pc:docMk/>
          <pc:sldMk cId="1967868154" sldId="420"/>
        </pc:sldMkLst>
      </pc:sldChg>
      <pc:sldChg chg="modSp mod">
        <pc:chgData name="Gaël Sonney" userId="9e336ed1-67b1-4474-b0e4-db9cec3afe68" providerId="ADAL" clId="{037512A5-4CE2-4DC5-B31D-CDD81E36BD4E}" dt="2025-02-03T09:03:00.637" v="667" actId="20577"/>
        <pc:sldMkLst>
          <pc:docMk/>
          <pc:sldMk cId="4221307986" sldId="422"/>
        </pc:sldMkLst>
        <pc:spChg chg="mod">
          <ac:chgData name="Gaël Sonney" userId="9e336ed1-67b1-4474-b0e4-db9cec3afe68" providerId="ADAL" clId="{037512A5-4CE2-4DC5-B31D-CDD81E36BD4E}" dt="2025-02-03T09:03:00.637" v="667" actId="20577"/>
          <ac:spMkLst>
            <pc:docMk/>
            <pc:sldMk cId="4221307986" sldId="422"/>
            <ac:spMk id="3" creationId="{C8B0E683-8B83-0AEA-F135-975941D531A5}"/>
          </ac:spMkLst>
        </pc:spChg>
      </pc:sldChg>
      <pc:sldChg chg="modSp new mod">
        <pc:chgData name="Gaël Sonney" userId="9e336ed1-67b1-4474-b0e4-db9cec3afe68" providerId="ADAL" clId="{037512A5-4CE2-4DC5-B31D-CDD81E36BD4E}" dt="2025-02-07T07:56:40.301" v="700"/>
        <pc:sldMkLst>
          <pc:docMk/>
          <pc:sldMk cId="1279617744" sldId="423"/>
        </pc:sldMkLst>
        <pc:spChg chg="mod">
          <ac:chgData name="Gaël Sonney" userId="9e336ed1-67b1-4474-b0e4-db9cec3afe68" providerId="ADAL" clId="{037512A5-4CE2-4DC5-B31D-CDD81E36BD4E}" dt="2025-02-07T07:56:34.160" v="699" actId="20577"/>
          <ac:spMkLst>
            <pc:docMk/>
            <pc:sldMk cId="1279617744" sldId="423"/>
            <ac:spMk id="2" creationId="{5270B044-34CE-F652-7477-15DF8C86FCA0}"/>
          </ac:spMkLst>
        </pc:spChg>
        <pc:spChg chg="mod">
          <ac:chgData name="Gaël Sonney" userId="9e336ed1-67b1-4474-b0e4-db9cec3afe68" providerId="ADAL" clId="{037512A5-4CE2-4DC5-B31D-CDD81E36BD4E}" dt="2025-02-07T07:56:40.301" v="700"/>
          <ac:spMkLst>
            <pc:docMk/>
            <pc:sldMk cId="1279617744" sldId="423"/>
            <ac:spMk id="3" creationId="{0C9FD056-B39E-97F6-96A8-3803F922BC39}"/>
          </ac:spMkLst>
        </pc:spChg>
      </pc:sldChg>
      <pc:sldChg chg="modSp add del mod">
        <pc:chgData name="Gaël Sonney" userId="9e336ed1-67b1-4474-b0e4-db9cec3afe68" providerId="ADAL" clId="{037512A5-4CE2-4DC5-B31D-CDD81E36BD4E}" dt="2025-01-31T12:57:33.656" v="664" actId="47"/>
        <pc:sldMkLst>
          <pc:docMk/>
          <pc:sldMk cId="3701619235" sldId="423"/>
        </pc:sldMkLst>
      </pc:sldChg>
      <pc:sldChg chg="modSp add del mod ord modAnim">
        <pc:chgData name="Gaël Sonney" userId="9e336ed1-67b1-4474-b0e4-db9cec3afe68" providerId="ADAL" clId="{037512A5-4CE2-4DC5-B31D-CDD81E36BD4E}" dt="2025-01-31T12:57:33.656" v="664" actId="47"/>
        <pc:sldMkLst>
          <pc:docMk/>
          <pc:sldMk cId="34864246" sldId="424"/>
        </pc:sldMkLst>
      </pc:sldChg>
    </pc:docChg>
  </pc:docChgLst>
  <pc:docChgLst>
    <pc:chgData name="Cédric Schaffter" userId="553b4a19-b3bd-4c85-8b03-e3da8d2d0ee5" providerId="ADAL" clId="{6D24D4B8-718C-412F-8EF4-60897C3EA1FA}"/>
    <pc:docChg chg="undo custSel addSld delSld modSld sldOrd modSection">
      <pc:chgData name="Cédric Schaffter" userId="553b4a19-b3bd-4c85-8b03-e3da8d2d0ee5" providerId="ADAL" clId="{6D24D4B8-718C-412F-8EF4-60897C3EA1FA}" dt="2025-02-03T12:05:29.150" v="2832"/>
      <pc:docMkLst>
        <pc:docMk/>
      </pc:docMkLst>
      <pc:sldChg chg="del">
        <pc:chgData name="Cédric Schaffter" userId="553b4a19-b3bd-4c85-8b03-e3da8d2d0ee5" providerId="ADAL" clId="{6D24D4B8-718C-412F-8EF4-60897C3EA1FA}" dt="2024-04-17T06:30:31.973" v="2767" actId="47"/>
        <pc:sldMkLst>
          <pc:docMk/>
          <pc:sldMk cId="258574155" sldId="262"/>
        </pc:sldMkLst>
      </pc:sldChg>
      <pc:sldChg chg="del">
        <pc:chgData name="Cédric Schaffter" userId="553b4a19-b3bd-4c85-8b03-e3da8d2d0ee5" providerId="ADAL" clId="{6D24D4B8-718C-412F-8EF4-60897C3EA1FA}" dt="2024-03-26T13:23:13.651" v="694" actId="47"/>
        <pc:sldMkLst>
          <pc:docMk/>
          <pc:sldMk cId="720826200" sldId="283"/>
        </pc:sldMkLst>
      </pc:sldChg>
      <pc:sldChg chg="modSp mod">
        <pc:chgData name="Cédric Schaffter" userId="553b4a19-b3bd-4c85-8b03-e3da8d2d0ee5" providerId="ADAL" clId="{6D24D4B8-718C-412F-8EF4-60897C3EA1FA}" dt="2024-04-30T11:33:14.391" v="2784" actId="20577"/>
        <pc:sldMkLst>
          <pc:docMk/>
          <pc:sldMk cId="3654359519" sldId="302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4247594643" sldId="303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876560250" sldId="304"/>
        </pc:sldMkLst>
      </pc:sldChg>
      <pc:sldChg chg="modSp mod">
        <pc:chgData name="Cédric Schaffter" userId="553b4a19-b3bd-4c85-8b03-e3da8d2d0ee5" providerId="ADAL" clId="{6D24D4B8-718C-412F-8EF4-60897C3EA1FA}" dt="2024-04-30T11:33:12.873" v="2783" actId="20577"/>
        <pc:sldMkLst>
          <pc:docMk/>
          <pc:sldMk cId="2918993193" sldId="306"/>
        </pc:sldMkLst>
      </pc:sldChg>
      <pc:sldChg chg="modSp mod">
        <pc:chgData name="Cédric Schaffter" userId="553b4a19-b3bd-4c85-8b03-e3da8d2d0ee5" providerId="ADAL" clId="{6D24D4B8-718C-412F-8EF4-60897C3EA1FA}" dt="2024-04-16T09:16:41.323" v="1774" actId="20577"/>
        <pc:sldMkLst>
          <pc:docMk/>
          <pc:sldMk cId="3779150562" sldId="319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964263047" sldId="322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379686148" sldId="323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860397591" sldId="324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750234241" sldId="325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307554601" sldId="326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325866082" sldId="327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927991476" sldId="328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611358375" sldId="329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759881703" sldId="330"/>
        </pc:sldMkLst>
      </pc:sldChg>
      <pc:sldChg chg="del">
        <pc:chgData name="Cédric Schaffter" userId="553b4a19-b3bd-4c85-8b03-e3da8d2d0ee5" providerId="ADAL" clId="{6D24D4B8-718C-412F-8EF4-60897C3EA1FA}" dt="2024-03-26T13:23:15.437" v="695" actId="47"/>
        <pc:sldMkLst>
          <pc:docMk/>
          <pc:sldMk cId="3217194805" sldId="331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959566261" sldId="332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298836893" sldId="333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775753609" sldId="334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828428187" sldId="335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383590322" sldId="336"/>
        </pc:sldMkLst>
      </pc:sldChg>
      <pc:sldChg chg="ord">
        <pc:chgData name="Cédric Schaffter" userId="553b4a19-b3bd-4c85-8b03-e3da8d2d0ee5" providerId="ADAL" clId="{6D24D4B8-718C-412F-8EF4-60897C3EA1FA}" dt="2024-04-16T11:02:08.917" v="2670"/>
        <pc:sldMkLst>
          <pc:docMk/>
          <pc:sldMk cId="67380971" sldId="338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98400298" sldId="339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738162757" sldId="340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839176104" sldId="341"/>
        </pc:sldMkLst>
      </pc:sldChg>
      <pc:sldChg chg="del">
        <pc:chgData name="Cédric Schaffter" userId="553b4a19-b3bd-4c85-8b03-e3da8d2d0ee5" providerId="ADAL" clId="{6D24D4B8-718C-412F-8EF4-60897C3EA1FA}" dt="2024-04-17T06:30:33.428" v="2768" actId="47"/>
        <pc:sldMkLst>
          <pc:docMk/>
          <pc:sldMk cId="462745293" sldId="342"/>
        </pc:sldMkLst>
      </pc:sldChg>
      <pc:sldChg chg="del">
        <pc:chgData name="Cédric Schaffter" userId="553b4a19-b3bd-4c85-8b03-e3da8d2d0ee5" providerId="ADAL" clId="{6D24D4B8-718C-412F-8EF4-60897C3EA1FA}" dt="2024-04-16T09:17:46.324" v="1785" actId="47"/>
        <pc:sldMkLst>
          <pc:docMk/>
          <pc:sldMk cId="2068900412" sldId="343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075131303" sldId="344"/>
        </pc:sldMkLst>
      </pc:sldChg>
      <pc:sldChg chg="addSp delSp modSp mod">
        <pc:chgData name="Cédric Schaffter" userId="553b4a19-b3bd-4c85-8b03-e3da8d2d0ee5" providerId="ADAL" clId="{6D24D4B8-718C-412F-8EF4-60897C3EA1FA}" dt="2024-03-26T13:24:23.043" v="697" actId="478"/>
        <pc:sldMkLst>
          <pc:docMk/>
          <pc:sldMk cId="3064999319" sldId="347"/>
        </pc:sldMkLst>
      </pc:sldChg>
      <pc:sldChg chg="del">
        <pc:chgData name="Cédric Schaffter" userId="553b4a19-b3bd-4c85-8b03-e3da8d2d0ee5" providerId="ADAL" clId="{6D24D4B8-718C-412F-8EF4-60897C3EA1FA}" dt="2024-03-26T13:24:25.416" v="698" actId="47"/>
        <pc:sldMkLst>
          <pc:docMk/>
          <pc:sldMk cId="3173064900" sldId="348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864663948" sldId="349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581501484" sldId="350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076046755" sldId="351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401254169" sldId="352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591550510" sldId="353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73545595" sldId="354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642218084" sldId="356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8703026" sldId="357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845119287" sldId="358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967560240" sldId="359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859703554" sldId="361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651038118" sldId="362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925606181" sldId="363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47055746" sldId="364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471957615" sldId="365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898843538" sldId="366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205796714" sldId="367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385757162" sldId="368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219980181" sldId="369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826487668" sldId="370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726380919" sldId="371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309488271" sldId="372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963761478" sldId="373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801183091" sldId="374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693242969" sldId="375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151909258" sldId="376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849872769" sldId="377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09623908" sldId="378"/>
        </pc:sldMkLst>
      </pc:sldChg>
      <pc:sldChg chg="modSp add mod ord modNotesTx">
        <pc:chgData name="Cédric Schaffter" userId="553b4a19-b3bd-4c85-8b03-e3da8d2d0ee5" providerId="ADAL" clId="{6D24D4B8-718C-412F-8EF4-60897C3EA1FA}" dt="2025-02-03T12:05:29.150" v="2832"/>
        <pc:sldMkLst>
          <pc:docMk/>
          <pc:sldMk cId="2755665236" sldId="379"/>
        </pc:sldMkLst>
      </pc:sldChg>
      <pc:sldChg chg="modSp del mod">
        <pc:chgData name="Cédric Schaffter" userId="553b4a19-b3bd-4c85-8b03-e3da8d2d0ee5" providerId="ADAL" clId="{6D24D4B8-718C-412F-8EF4-60897C3EA1FA}" dt="2024-03-26T15:37:32.038" v="1307" actId="2696"/>
        <pc:sldMkLst>
          <pc:docMk/>
          <pc:sldMk cId="4278092091" sldId="379"/>
        </pc:sldMkLst>
      </pc:sldChg>
      <pc:sldChg chg="del">
        <pc:chgData name="Cédric Schaffter" userId="553b4a19-b3bd-4c85-8b03-e3da8d2d0ee5" providerId="ADAL" clId="{6D24D4B8-718C-412F-8EF4-60897C3EA1FA}" dt="2024-04-16T10:45:06.459" v="2668" actId="47"/>
        <pc:sldMkLst>
          <pc:docMk/>
          <pc:sldMk cId="3025779545" sldId="380"/>
        </pc:sldMkLst>
      </pc:sldChg>
      <pc:sldChg chg="modSp mod">
        <pc:chgData name="Cédric Schaffter" userId="553b4a19-b3bd-4c85-8b03-e3da8d2d0ee5" providerId="ADAL" clId="{6D24D4B8-718C-412F-8EF4-60897C3EA1FA}" dt="2025-02-03T09:06:52.719" v="2787"/>
        <pc:sldMkLst>
          <pc:docMk/>
          <pc:sldMk cId="2153314333" sldId="382"/>
        </pc:sldMkLst>
        <pc:spChg chg="mod">
          <ac:chgData name="Cédric Schaffter" userId="553b4a19-b3bd-4c85-8b03-e3da8d2d0ee5" providerId="ADAL" clId="{6D24D4B8-718C-412F-8EF4-60897C3EA1FA}" dt="2025-02-03T09:06:52.719" v="2787"/>
          <ac:spMkLst>
            <pc:docMk/>
            <pc:sldMk cId="2153314333" sldId="382"/>
            <ac:spMk id="3" creationId="{942E22A4-A7C2-811E-10FB-FA0F6AF6712F}"/>
          </ac:spMkLst>
        </pc:spChg>
      </pc:sldChg>
      <pc:sldChg chg="modSp add mod modNotesTx">
        <pc:chgData name="Cédric Schaffter" userId="553b4a19-b3bd-4c85-8b03-e3da8d2d0ee5" providerId="ADAL" clId="{6D24D4B8-718C-412F-8EF4-60897C3EA1FA}" dt="2024-03-26T15:33:47.722" v="1200" actId="20577"/>
        <pc:sldMkLst>
          <pc:docMk/>
          <pc:sldMk cId="1525042101" sldId="384"/>
        </pc:sldMkLst>
      </pc:sldChg>
      <pc:sldChg chg="addSp delSp modSp add mod">
        <pc:chgData name="Cédric Schaffter" userId="553b4a19-b3bd-4c85-8b03-e3da8d2d0ee5" providerId="ADAL" clId="{6D24D4B8-718C-412F-8EF4-60897C3EA1FA}" dt="2024-03-26T09:56:34.806" v="517" actId="20577"/>
        <pc:sldMkLst>
          <pc:docMk/>
          <pc:sldMk cId="1730031259" sldId="385"/>
        </pc:sldMkLst>
      </pc:sldChg>
      <pc:sldChg chg="modSp add del mod ord">
        <pc:chgData name="Cédric Schaffter" userId="553b4a19-b3bd-4c85-8b03-e3da8d2d0ee5" providerId="ADAL" clId="{6D24D4B8-718C-412F-8EF4-60897C3EA1FA}" dt="2024-04-16T11:13:25.669" v="2756" actId="47"/>
        <pc:sldMkLst>
          <pc:docMk/>
          <pc:sldMk cId="330466885" sldId="386"/>
        </pc:sldMkLst>
      </pc:sldChg>
      <pc:sldChg chg="add">
        <pc:chgData name="Cédric Schaffter" userId="553b4a19-b3bd-4c85-8b03-e3da8d2d0ee5" providerId="ADAL" clId="{6D24D4B8-718C-412F-8EF4-60897C3EA1FA}" dt="2024-03-26T09:56:42.976" v="519"/>
        <pc:sldMkLst>
          <pc:docMk/>
          <pc:sldMk cId="269870384" sldId="387"/>
        </pc:sldMkLst>
      </pc:sldChg>
      <pc:sldChg chg="add del">
        <pc:chgData name="Cédric Schaffter" userId="553b4a19-b3bd-4c85-8b03-e3da8d2d0ee5" providerId="ADAL" clId="{6D24D4B8-718C-412F-8EF4-60897C3EA1FA}" dt="2024-03-26T09:56:40.083" v="518" actId="2696"/>
        <pc:sldMkLst>
          <pc:docMk/>
          <pc:sldMk cId="4014786671" sldId="387"/>
        </pc:sldMkLst>
      </pc:sldChg>
      <pc:sldChg chg="addSp modSp add mod">
        <pc:chgData name="Cédric Schaffter" userId="553b4a19-b3bd-4c85-8b03-e3da8d2d0ee5" providerId="ADAL" clId="{6D24D4B8-718C-412F-8EF4-60897C3EA1FA}" dt="2024-03-26T09:56:28.928" v="514" actId="20577"/>
        <pc:sldMkLst>
          <pc:docMk/>
          <pc:sldMk cId="1872610843" sldId="388"/>
        </pc:sldMkLst>
      </pc:sldChg>
      <pc:sldChg chg="addSp modSp add mod modNotesTx">
        <pc:chgData name="Cédric Schaffter" userId="553b4a19-b3bd-4c85-8b03-e3da8d2d0ee5" providerId="ADAL" clId="{6D24D4B8-718C-412F-8EF4-60897C3EA1FA}" dt="2024-04-16T10:39:15.563" v="2289"/>
        <pc:sldMkLst>
          <pc:docMk/>
          <pc:sldMk cId="2010603482" sldId="389"/>
        </pc:sldMkLst>
      </pc:sldChg>
      <pc:sldChg chg="addSp delSp modSp add mod modNotesTx">
        <pc:chgData name="Cédric Schaffter" userId="553b4a19-b3bd-4c85-8b03-e3da8d2d0ee5" providerId="ADAL" clId="{6D24D4B8-718C-412F-8EF4-60897C3EA1FA}" dt="2024-04-16T10:43:07.442" v="2595" actId="20577"/>
        <pc:sldMkLst>
          <pc:docMk/>
          <pc:sldMk cId="1422670564" sldId="390"/>
        </pc:sldMkLst>
      </pc:sldChg>
      <pc:sldChg chg="addSp modSp add del mod">
        <pc:chgData name="Cédric Schaffter" userId="553b4a19-b3bd-4c85-8b03-e3da8d2d0ee5" providerId="ADAL" clId="{6D24D4B8-718C-412F-8EF4-60897C3EA1FA}" dt="2024-04-16T10:40:40.418" v="2371" actId="47"/>
        <pc:sldMkLst>
          <pc:docMk/>
          <pc:sldMk cId="3279792584" sldId="391"/>
        </pc:sldMkLst>
      </pc:sldChg>
      <pc:sldChg chg="addSp modSp add del mod modNotesTx">
        <pc:chgData name="Cédric Schaffter" userId="553b4a19-b3bd-4c85-8b03-e3da8d2d0ee5" providerId="ADAL" clId="{6D24D4B8-718C-412F-8EF4-60897C3EA1FA}" dt="2024-04-16T10:40:43.046" v="2372" actId="47"/>
        <pc:sldMkLst>
          <pc:docMk/>
          <pc:sldMk cId="3920962556" sldId="392"/>
        </pc:sldMkLst>
      </pc:sldChg>
      <pc:sldChg chg="addSp delSp modSp add mod modNotesTx">
        <pc:chgData name="Cédric Schaffter" userId="553b4a19-b3bd-4c85-8b03-e3da8d2d0ee5" providerId="ADAL" clId="{6D24D4B8-718C-412F-8EF4-60897C3EA1FA}" dt="2024-04-16T11:10:27.083" v="2738" actId="207"/>
        <pc:sldMkLst>
          <pc:docMk/>
          <pc:sldMk cId="98975589" sldId="393"/>
        </pc:sldMkLst>
      </pc:sldChg>
      <pc:sldChg chg="add del">
        <pc:chgData name="Cédric Schaffter" userId="553b4a19-b3bd-4c85-8b03-e3da8d2d0ee5" providerId="ADAL" clId="{6D24D4B8-718C-412F-8EF4-60897C3EA1FA}" dt="2024-04-16T10:34:50.178" v="2186" actId="47"/>
        <pc:sldMkLst>
          <pc:docMk/>
          <pc:sldMk cId="100121470" sldId="394"/>
        </pc:sldMkLst>
      </pc:sldChg>
      <pc:sldChg chg="delSp modSp add mod">
        <pc:chgData name="Cédric Schaffter" userId="553b4a19-b3bd-4c85-8b03-e3da8d2d0ee5" providerId="ADAL" clId="{6D24D4B8-718C-412F-8EF4-60897C3EA1FA}" dt="2024-03-26T15:33:34.031" v="1199" actId="1076"/>
        <pc:sldMkLst>
          <pc:docMk/>
          <pc:sldMk cId="77290855" sldId="395"/>
        </pc:sldMkLst>
      </pc:sldChg>
      <pc:sldChg chg="modSp add mod">
        <pc:chgData name="Cédric Schaffter" userId="553b4a19-b3bd-4c85-8b03-e3da8d2d0ee5" providerId="ADAL" clId="{6D24D4B8-718C-412F-8EF4-60897C3EA1FA}" dt="2024-03-26T10:06:15.189" v="569" actId="20577"/>
        <pc:sldMkLst>
          <pc:docMk/>
          <pc:sldMk cId="2335978113" sldId="396"/>
        </pc:sldMkLst>
      </pc:sldChg>
      <pc:sldChg chg="modSp add mod modNotesTx">
        <pc:chgData name="Cédric Schaffter" userId="553b4a19-b3bd-4c85-8b03-e3da8d2d0ee5" providerId="ADAL" clId="{6D24D4B8-718C-412F-8EF4-60897C3EA1FA}" dt="2024-04-16T09:20:17.214" v="2069" actId="20577"/>
        <pc:sldMkLst>
          <pc:docMk/>
          <pc:sldMk cId="3885600170" sldId="397"/>
        </pc:sldMkLst>
      </pc:sldChg>
      <pc:sldChg chg="modSp add mod modShow">
        <pc:chgData name="Cédric Schaffter" userId="553b4a19-b3bd-4c85-8b03-e3da8d2d0ee5" providerId="ADAL" clId="{6D24D4B8-718C-412F-8EF4-60897C3EA1FA}" dt="2024-04-17T06:30:10.221" v="2757" actId="729"/>
        <pc:sldMkLst>
          <pc:docMk/>
          <pc:sldMk cId="2495359110" sldId="398"/>
        </pc:sldMkLst>
      </pc:sldChg>
      <pc:sldChg chg="modSp add mod">
        <pc:chgData name="Cédric Schaffter" userId="553b4a19-b3bd-4c85-8b03-e3da8d2d0ee5" providerId="ADAL" clId="{6D24D4B8-718C-412F-8EF4-60897C3EA1FA}" dt="2024-03-26T15:14:28.400" v="1112" actId="20577"/>
        <pc:sldMkLst>
          <pc:docMk/>
          <pc:sldMk cId="3062968195" sldId="399"/>
        </pc:sldMkLst>
      </pc:sldChg>
      <pc:sldChg chg="modSp add del mod">
        <pc:chgData name="Cédric Schaffter" userId="553b4a19-b3bd-4c85-8b03-e3da8d2d0ee5" providerId="ADAL" clId="{6D24D4B8-718C-412F-8EF4-60897C3EA1FA}" dt="2024-04-16T09:17:33.312" v="1783" actId="47"/>
        <pc:sldMkLst>
          <pc:docMk/>
          <pc:sldMk cId="2319657944" sldId="400"/>
        </pc:sldMkLst>
      </pc:sldChg>
      <pc:sldChg chg="addSp modSp add del mod modNotesTx">
        <pc:chgData name="Cédric Schaffter" userId="553b4a19-b3bd-4c85-8b03-e3da8d2d0ee5" providerId="ADAL" clId="{6D24D4B8-718C-412F-8EF4-60897C3EA1FA}" dt="2024-04-16T09:17:41.473" v="1784" actId="47"/>
        <pc:sldMkLst>
          <pc:docMk/>
          <pc:sldMk cId="2385961528" sldId="401"/>
        </pc:sldMkLst>
      </pc:sldChg>
      <pc:sldChg chg="add">
        <pc:chgData name="Cédric Schaffter" userId="553b4a19-b3bd-4c85-8b03-e3da8d2d0ee5" providerId="ADAL" clId="{6D24D4B8-718C-412F-8EF4-60897C3EA1FA}" dt="2024-03-26T14:42:28.083" v="1048" actId="2890"/>
        <pc:sldMkLst>
          <pc:docMk/>
          <pc:sldMk cId="30676770" sldId="402"/>
        </pc:sldMkLst>
      </pc:sldChg>
      <pc:sldChg chg="add del">
        <pc:chgData name="Cédric Schaffter" userId="553b4a19-b3bd-4c85-8b03-e3da8d2d0ee5" providerId="ADAL" clId="{6D24D4B8-718C-412F-8EF4-60897C3EA1FA}" dt="2024-03-26T14:45:33.957" v="1072"/>
        <pc:sldMkLst>
          <pc:docMk/>
          <pc:sldMk cId="229424866" sldId="403"/>
        </pc:sldMkLst>
      </pc:sldChg>
      <pc:sldChg chg="modSp add mod">
        <pc:chgData name="Cédric Schaffter" userId="553b4a19-b3bd-4c85-8b03-e3da8d2d0ee5" providerId="ADAL" clId="{6D24D4B8-718C-412F-8EF4-60897C3EA1FA}" dt="2024-04-16T11:11:38.297" v="2746" actId="20577"/>
        <pc:sldMkLst>
          <pc:docMk/>
          <pc:sldMk cId="483106605" sldId="403"/>
        </pc:sldMkLst>
      </pc:sldChg>
      <pc:sldChg chg="modSp add del mod">
        <pc:chgData name="Cédric Schaffter" userId="553b4a19-b3bd-4c85-8b03-e3da8d2d0ee5" providerId="ADAL" clId="{6D24D4B8-718C-412F-8EF4-60897C3EA1FA}" dt="2024-03-26T15:37:08.850" v="1305" actId="2696"/>
        <pc:sldMkLst>
          <pc:docMk/>
          <pc:sldMk cId="3777192608" sldId="403"/>
        </pc:sldMkLst>
      </pc:sldChg>
      <pc:sldChg chg="modSp add mod modShow">
        <pc:chgData name="Cédric Schaffter" userId="553b4a19-b3bd-4c85-8b03-e3da8d2d0ee5" providerId="ADAL" clId="{6D24D4B8-718C-412F-8EF4-60897C3EA1FA}" dt="2024-04-16T11:04:06.974" v="2671" actId="729"/>
        <pc:sldMkLst>
          <pc:docMk/>
          <pc:sldMk cId="2081922535" sldId="404"/>
        </pc:sldMkLst>
      </pc:sldChg>
      <pc:sldChg chg="modSp add mod modShow modNotesTx">
        <pc:chgData name="Cédric Schaffter" userId="553b4a19-b3bd-4c85-8b03-e3da8d2d0ee5" providerId="ADAL" clId="{6D24D4B8-718C-412F-8EF4-60897C3EA1FA}" dt="2024-04-16T11:04:06.974" v="2671" actId="729"/>
        <pc:sldMkLst>
          <pc:docMk/>
          <pc:sldMk cId="2578400493" sldId="405"/>
        </pc:sldMkLst>
      </pc:sldChg>
      <pc:sldChg chg="add mod modShow">
        <pc:chgData name="Cédric Schaffter" userId="553b4a19-b3bd-4c85-8b03-e3da8d2d0ee5" providerId="ADAL" clId="{6D24D4B8-718C-412F-8EF4-60897C3EA1FA}" dt="2024-04-16T11:04:06.974" v="2671" actId="729"/>
        <pc:sldMkLst>
          <pc:docMk/>
          <pc:sldMk cId="1016424598" sldId="406"/>
        </pc:sldMkLst>
      </pc:sldChg>
      <pc:sldChg chg="modSp add mod modShow">
        <pc:chgData name="Cédric Schaffter" userId="553b4a19-b3bd-4c85-8b03-e3da8d2d0ee5" providerId="ADAL" clId="{6D24D4B8-718C-412F-8EF4-60897C3EA1FA}" dt="2024-04-17T06:30:10.221" v="2757" actId="729"/>
        <pc:sldMkLst>
          <pc:docMk/>
          <pc:sldMk cId="530173798" sldId="407"/>
        </pc:sldMkLst>
      </pc:sldChg>
      <pc:sldChg chg="addSp delSp modSp add mod">
        <pc:chgData name="Cédric Schaffter" userId="553b4a19-b3bd-4c85-8b03-e3da8d2d0ee5" providerId="ADAL" clId="{6D24D4B8-718C-412F-8EF4-60897C3EA1FA}" dt="2024-04-16T11:08:52.752" v="2706" actId="1076"/>
        <pc:sldMkLst>
          <pc:docMk/>
          <pc:sldMk cId="1396192012" sldId="408"/>
        </pc:sldMkLst>
      </pc:sldChg>
      <pc:sldChg chg="addSp modSp add mod">
        <pc:chgData name="Cédric Schaffter" userId="553b4a19-b3bd-4c85-8b03-e3da8d2d0ee5" providerId="ADAL" clId="{6D24D4B8-718C-412F-8EF4-60897C3EA1FA}" dt="2024-04-16T11:09:21.380" v="2730" actId="20577"/>
        <pc:sldMkLst>
          <pc:docMk/>
          <pc:sldMk cId="3070854686" sldId="409"/>
        </pc:sldMkLst>
      </pc:sldChg>
      <pc:sldChg chg="modSp add mod modNotesTx">
        <pc:chgData name="Cédric Schaffter" userId="553b4a19-b3bd-4c85-8b03-e3da8d2d0ee5" providerId="ADAL" clId="{6D24D4B8-718C-412F-8EF4-60897C3EA1FA}" dt="2024-04-16T10:42:20.159" v="2575" actId="20577"/>
        <pc:sldMkLst>
          <pc:docMk/>
          <pc:sldMk cId="4016962414" sldId="410"/>
        </pc:sldMkLst>
      </pc:sldChg>
      <pc:sldChg chg="modSp add del mod">
        <pc:chgData name="Cédric Schaffter" userId="553b4a19-b3bd-4c85-8b03-e3da8d2d0ee5" providerId="ADAL" clId="{6D24D4B8-718C-412F-8EF4-60897C3EA1FA}" dt="2024-04-16T11:13:17.948" v="2754" actId="2696"/>
        <pc:sldMkLst>
          <pc:docMk/>
          <pc:sldMk cId="2160657758" sldId="411"/>
        </pc:sldMkLst>
      </pc:sldChg>
      <pc:sldChg chg="modSp add mod">
        <pc:chgData name="Cédric Schaffter" userId="553b4a19-b3bd-4c85-8b03-e3da8d2d0ee5" providerId="ADAL" clId="{6D24D4B8-718C-412F-8EF4-60897C3EA1FA}" dt="2024-04-17T06:30:21.125" v="2766" actId="20577"/>
        <pc:sldMkLst>
          <pc:docMk/>
          <pc:sldMk cId="3588282029" sldId="411"/>
        </pc:sldMkLst>
      </pc:sldChg>
      <pc:sldChg chg="add del">
        <pc:chgData name="Cédric Schaffter" userId="553b4a19-b3bd-4c85-8b03-e3da8d2d0ee5" providerId="ADAL" clId="{6D24D4B8-718C-412F-8EF4-60897C3EA1FA}" dt="2024-04-16T11:13:05.759" v="2753"/>
        <pc:sldMkLst>
          <pc:docMk/>
          <pc:sldMk cId="362828855" sldId="412"/>
        </pc:sldMkLst>
      </pc:sldChg>
      <pc:sldChg chg="modSp">
        <pc:chgData name="Cédric Schaffter" userId="553b4a19-b3bd-4c85-8b03-e3da8d2d0ee5" providerId="ADAL" clId="{6D24D4B8-718C-412F-8EF4-60897C3EA1FA}" dt="2025-02-03T09:07:36.186" v="2830" actId="20577"/>
        <pc:sldMkLst>
          <pc:docMk/>
          <pc:sldMk cId="1189187051" sldId="412"/>
        </pc:sldMkLst>
        <pc:spChg chg="mod">
          <ac:chgData name="Cédric Schaffter" userId="553b4a19-b3bd-4c85-8b03-e3da8d2d0ee5" providerId="ADAL" clId="{6D24D4B8-718C-412F-8EF4-60897C3EA1FA}" dt="2025-02-03T09:07:36.186" v="2830" actId="20577"/>
          <ac:spMkLst>
            <pc:docMk/>
            <pc:sldMk cId="1189187051" sldId="412"/>
            <ac:spMk id="3" creationId="{942E22A4-A7C2-811E-10FB-FA0F6AF6712F}"/>
          </ac:spMkLst>
        </pc:spChg>
      </pc:sldChg>
    </pc:docChg>
  </pc:docChgLst>
  <pc:docChgLst>
    <pc:chgData name="Cédric Schaffter" userId="553b4a19-b3bd-4c85-8b03-e3da8d2d0ee5" providerId="ADAL" clId="{7AEEFB4E-630E-44AE-9DD2-839CAF44FE64}"/>
    <pc:docChg chg="custSel addSld modSld sldOrd modSection">
      <pc:chgData name="Cédric Schaffter" userId="553b4a19-b3bd-4c85-8b03-e3da8d2d0ee5" providerId="ADAL" clId="{7AEEFB4E-630E-44AE-9DD2-839CAF44FE64}" dt="2025-01-30T21:18:58.949" v="2486" actId="20577"/>
      <pc:docMkLst>
        <pc:docMk/>
      </pc:docMkLst>
      <pc:sldChg chg="modSp mod">
        <pc:chgData name="Cédric Schaffter" userId="553b4a19-b3bd-4c85-8b03-e3da8d2d0ee5" providerId="ADAL" clId="{7AEEFB4E-630E-44AE-9DD2-839CAF44FE64}" dt="2025-01-30T17:15:02.809" v="5" actId="20577"/>
        <pc:sldMkLst>
          <pc:docMk/>
          <pc:sldMk cId="3654359519" sldId="302"/>
        </pc:sldMkLst>
        <pc:spChg chg="mod">
          <ac:chgData name="Cédric Schaffter" userId="553b4a19-b3bd-4c85-8b03-e3da8d2d0ee5" providerId="ADAL" clId="{7AEEFB4E-630E-44AE-9DD2-839CAF44FE64}" dt="2025-01-30T17:15:02.809" v="5" actId="20577"/>
          <ac:spMkLst>
            <pc:docMk/>
            <pc:sldMk cId="3654359519" sldId="302"/>
            <ac:spMk id="3" creationId="{3B9501AA-B74D-4416-BEFC-D9228B665E9E}"/>
          </ac:spMkLst>
        </pc:spChg>
      </pc:sldChg>
      <pc:sldChg chg="ord">
        <pc:chgData name="Cédric Schaffter" userId="553b4a19-b3bd-4c85-8b03-e3da8d2d0ee5" providerId="ADAL" clId="{7AEEFB4E-630E-44AE-9DD2-839CAF44FE64}" dt="2025-01-30T17:47:06.293" v="107"/>
        <pc:sldMkLst>
          <pc:docMk/>
          <pc:sldMk cId="483106605" sldId="403"/>
        </pc:sldMkLst>
      </pc:sldChg>
      <pc:sldChg chg="modSp add mod">
        <pc:chgData name="Cédric Schaffter" userId="553b4a19-b3bd-4c85-8b03-e3da8d2d0ee5" providerId="ADAL" clId="{7AEEFB4E-630E-44AE-9DD2-839CAF44FE64}" dt="2025-01-30T17:15:57.847" v="32" actId="20577"/>
        <pc:sldMkLst>
          <pc:docMk/>
          <pc:sldMk cId="2931028725" sldId="413"/>
        </pc:sldMkLst>
        <pc:spChg chg="mod">
          <ac:chgData name="Cédric Schaffter" userId="553b4a19-b3bd-4c85-8b03-e3da8d2d0ee5" providerId="ADAL" clId="{7AEEFB4E-630E-44AE-9DD2-839CAF44FE64}" dt="2025-01-30T17:15:57.847" v="32" actId="20577"/>
          <ac:spMkLst>
            <pc:docMk/>
            <pc:sldMk cId="2931028725" sldId="413"/>
            <ac:spMk id="2" creationId="{C68FBDE6-F38E-C5E2-BF8A-5C3DD5B7DD9F}"/>
          </ac:spMkLst>
        </pc:spChg>
      </pc:sldChg>
      <pc:sldChg chg="modSp add mod modNotesTx">
        <pc:chgData name="Cédric Schaffter" userId="553b4a19-b3bd-4c85-8b03-e3da8d2d0ee5" providerId="ADAL" clId="{7AEEFB4E-630E-44AE-9DD2-839CAF44FE64}" dt="2025-01-30T20:49:45.170" v="2070" actId="20577"/>
        <pc:sldMkLst>
          <pc:docMk/>
          <pc:sldMk cId="2041353952" sldId="414"/>
        </pc:sldMkLst>
        <pc:spChg chg="mod">
          <ac:chgData name="Cédric Schaffter" userId="553b4a19-b3bd-4c85-8b03-e3da8d2d0ee5" providerId="ADAL" clId="{7AEEFB4E-630E-44AE-9DD2-839CAF44FE64}" dt="2025-01-30T17:16:54.696" v="47" actId="20577"/>
          <ac:spMkLst>
            <pc:docMk/>
            <pc:sldMk cId="2041353952" sldId="414"/>
            <ac:spMk id="2" creationId="{58CCDD2E-8D28-951E-3CEF-C0A47A29B220}"/>
          </ac:spMkLst>
        </pc:spChg>
        <pc:spChg chg="mod">
          <ac:chgData name="Cédric Schaffter" userId="553b4a19-b3bd-4c85-8b03-e3da8d2d0ee5" providerId="ADAL" clId="{7AEEFB4E-630E-44AE-9DD2-839CAF44FE64}" dt="2025-01-30T20:49:45.170" v="2070" actId="20577"/>
          <ac:spMkLst>
            <pc:docMk/>
            <pc:sldMk cId="2041353952" sldId="414"/>
            <ac:spMk id="3" creationId="{3CB8B137-BA73-B7E5-9492-1439BFA83BAE}"/>
          </ac:spMkLst>
        </pc:spChg>
      </pc:sldChg>
      <pc:sldChg chg="modSp add mod ord">
        <pc:chgData name="Cédric Schaffter" userId="553b4a19-b3bd-4c85-8b03-e3da8d2d0ee5" providerId="ADAL" clId="{7AEEFB4E-630E-44AE-9DD2-839CAF44FE64}" dt="2025-01-30T17:47:27.498" v="135"/>
        <pc:sldMkLst>
          <pc:docMk/>
          <pc:sldMk cId="1973451141" sldId="415"/>
        </pc:sldMkLst>
        <pc:spChg chg="mod">
          <ac:chgData name="Cédric Schaffter" userId="553b4a19-b3bd-4c85-8b03-e3da8d2d0ee5" providerId="ADAL" clId="{7AEEFB4E-630E-44AE-9DD2-839CAF44FE64}" dt="2025-01-30T17:47:24.613" v="134" actId="20577"/>
          <ac:spMkLst>
            <pc:docMk/>
            <pc:sldMk cId="1973451141" sldId="415"/>
            <ac:spMk id="2" creationId="{991CC89F-F276-134B-8C14-420C361A6FD1}"/>
          </ac:spMkLst>
        </pc:spChg>
        <pc:spChg chg="mod">
          <ac:chgData name="Cédric Schaffter" userId="553b4a19-b3bd-4c85-8b03-e3da8d2d0ee5" providerId="ADAL" clId="{7AEEFB4E-630E-44AE-9DD2-839CAF44FE64}" dt="2025-01-30T17:47:27.498" v="135"/>
          <ac:spMkLst>
            <pc:docMk/>
            <pc:sldMk cId="1973451141" sldId="415"/>
            <ac:spMk id="6" creationId="{3D618908-EC4A-7EA2-ABDB-147778AC0B0C}"/>
          </ac:spMkLst>
        </pc:spChg>
      </pc:sldChg>
      <pc:sldChg chg="modSp add mod modNotesTx">
        <pc:chgData name="Cédric Schaffter" userId="553b4a19-b3bd-4c85-8b03-e3da8d2d0ee5" providerId="ADAL" clId="{7AEEFB4E-630E-44AE-9DD2-839CAF44FE64}" dt="2025-01-30T17:54:25.939" v="660" actId="20577"/>
        <pc:sldMkLst>
          <pc:docMk/>
          <pc:sldMk cId="3562176474" sldId="416"/>
        </pc:sldMkLst>
        <pc:spChg chg="mod">
          <ac:chgData name="Cédric Schaffter" userId="553b4a19-b3bd-4c85-8b03-e3da8d2d0ee5" providerId="ADAL" clId="{7AEEFB4E-630E-44AE-9DD2-839CAF44FE64}" dt="2025-01-30T17:50:13.765" v="147" actId="20577"/>
          <ac:spMkLst>
            <pc:docMk/>
            <pc:sldMk cId="3562176474" sldId="416"/>
            <ac:spMk id="2" creationId="{8CFB5B4A-6371-8ED8-AEE5-E50FC80D8434}"/>
          </ac:spMkLst>
        </pc:spChg>
        <pc:spChg chg="mod">
          <ac:chgData name="Cédric Schaffter" userId="553b4a19-b3bd-4c85-8b03-e3da8d2d0ee5" providerId="ADAL" clId="{7AEEFB4E-630E-44AE-9DD2-839CAF44FE64}" dt="2025-01-30T17:54:25.939" v="660" actId="20577"/>
          <ac:spMkLst>
            <pc:docMk/>
            <pc:sldMk cId="3562176474" sldId="416"/>
            <ac:spMk id="3" creationId="{F1922B74-31E6-C0C2-2F2D-62167452E074}"/>
          </ac:spMkLst>
        </pc:spChg>
      </pc:sldChg>
      <pc:sldChg chg="modSp add mod">
        <pc:chgData name="Cédric Schaffter" userId="553b4a19-b3bd-4c85-8b03-e3da8d2d0ee5" providerId="ADAL" clId="{7AEEFB4E-630E-44AE-9DD2-839CAF44FE64}" dt="2025-01-30T17:52:21.618" v="417" actId="20577"/>
        <pc:sldMkLst>
          <pc:docMk/>
          <pc:sldMk cId="2473094909" sldId="417"/>
        </pc:sldMkLst>
        <pc:spChg chg="mod">
          <ac:chgData name="Cédric Schaffter" userId="553b4a19-b3bd-4c85-8b03-e3da8d2d0ee5" providerId="ADAL" clId="{7AEEFB4E-630E-44AE-9DD2-839CAF44FE64}" dt="2025-01-30T17:51:45.825" v="331" actId="20577"/>
          <ac:spMkLst>
            <pc:docMk/>
            <pc:sldMk cId="2473094909" sldId="417"/>
            <ac:spMk id="2" creationId="{A32EA5B8-8930-606F-DECE-4D1CEEAAE02E}"/>
          </ac:spMkLst>
        </pc:spChg>
        <pc:spChg chg="mod">
          <ac:chgData name="Cédric Schaffter" userId="553b4a19-b3bd-4c85-8b03-e3da8d2d0ee5" providerId="ADAL" clId="{7AEEFB4E-630E-44AE-9DD2-839CAF44FE64}" dt="2025-01-30T17:52:21.618" v="417" actId="20577"/>
          <ac:spMkLst>
            <pc:docMk/>
            <pc:sldMk cId="2473094909" sldId="417"/>
            <ac:spMk id="3" creationId="{8487F114-95AE-97C3-9042-5352FCFA1825}"/>
          </ac:spMkLst>
        </pc:spChg>
      </pc:sldChg>
      <pc:sldChg chg="modSp add mod">
        <pc:chgData name="Cédric Schaffter" userId="553b4a19-b3bd-4c85-8b03-e3da8d2d0ee5" providerId="ADAL" clId="{7AEEFB4E-630E-44AE-9DD2-839CAF44FE64}" dt="2025-01-30T17:55:49.992" v="838" actId="20577"/>
        <pc:sldMkLst>
          <pc:docMk/>
          <pc:sldMk cId="3400700937" sldId="418"/>
        </pc:sldMkLst>
        <pc:spChg chg="mod">
          <ac:chgData name="Cédric Schaffter" userId="553b4a19-b3bd-4c85-8b03-e3da8d2d0ee5" providerId="ADAL" clId="{7AEEFB4E-630E-44AE-9DD2-839CAF44FE64}" dt="2025-01-30T17:54:52.234" v="681" actId="20577"/>
          <ac:spMkLst>
            <pc:docMk/>
            <pc:sldMk cId="3400700937" sldId="418"/>
            <ac:spMk id="2" creationId="{8DE5A1D4-21CB-E4DB-0D41-6AD9B639962E}"/>
          </ac:spMkLst>
        </pc:spChg>
        <pc:spChg chg="mod">
          <ac:chgData name="Cédric Schaffter" userId="553b4a19-b3bd-4c85-8b03-e3da8d2d0ee5" providerId="ADAL" clId="{7AEEFB4E-630E-44AE-9DD2-839CAF44FE64}" dt="2025-01-30T17:55:49.992" v="838" actId="20577"/>
          <ac:spMkLst>
            <pc:docMk/>
            <pc:sldMk cId="3400700937" sldId="418"/>
            <ac:spMk id="3" creationId="{E7CE2C4C-3314-ADED-26C8-1713263CD029}"/>
          </ac:spMkLst>
        </pc:spChg>
      </pc:sldChg>
      <pc:sldChg chg="modSp add mod">
        <pc:chgData name="Cédric Schaffter" userId="553b4a19-b3bd-4c85-8b03-e3da8d2d0ee5" providerId="ADAL" clId="{7AEEFB4E-630E-44AE-9DD2-839CAF44FE64}" dt="2025-01-30T18:02:44.491" v="1652" actId="20577"/>
        <pc:sldMkLst>
          <pc:docMk/>
          <pc:sldMk cId="2086509034" sldId="419"/>
        </pc:sldMkLst>
        <pc:spChg chg="mod">
          <ac:chgData name="Cédric Schaffter" userId="553b4a19-b3bd-4c85-8b03-e3da8d2d0ee5" providerId="ADAL" clId="{7AEEFB4E-630E-44AE-9DD2-839CAF44FE64}" dt="2025-01-30T18:00:27.064" v="1231" actId="20577"/>
          <ac:spMkLst>
            <pc:docMk/>
            <pc:sldMk cId="2086509034" sldId="419"/>
            <ac:spMk id="2" creationId="{1850E896-504D-69C3-094D-39EDCEBD654B}"/>
          </ac:spMkLst>
        </pc:spChg>
        <pc:spChg chg="mod">
          <ac:chgData name="Cédric Schaffter" userId="553b4a19-b3bd-4c85-8b03-e3da8d2d0ee5" providerId="ADAL" clId="{7AEEFB4E-630E-44AE-9DD2-839CAF44FE64}" dt="2025-01-30T18:02:44.491" v="1652" actId="20577"/>
          <ac:spMkLst>
            <pc:docMk/>
            <pc:sldMk cId="2086509034" sldId="419"/>
            <ac:spMk id="3" creationId="{6459FFF0-C6B1-A127-6D18-ED85290D03DB}"/>
          </ac:spMkLst>
        </pc:spChg>
      </pc:sldChg>
      <pc:sldChg chg="add">
        <pc:chgData name="Cédric Schaffter" userId="553b4a19-b3bd-4c85-8b03-e3da8d2d0ee5" providerId="ADAL" clId="{7AEEFB4E-630E-44AE-9DD2-839CAF44FE64}" dt="2025-01-30T18:00:23.268" v="1225" actId="2890"/>
        <pc:sldMkLst>
          <pc:docMk/>
          <pc:sldMk cId="1967868154" sldId="420"/>
        </pc:sldMkLst>
      </pc:sldChg>
      <pc:sldChg chg="modSp add mod">
        <pc:chgData name="Cédric Schaffter" userId="553b4a19-b3bd-4c85-8b03-e3da8d2d0ee5" providerId="ADAL" clId="{7AEEFB4E-630E-44AE-9DD2-839CAF44FE64}" dt="2025-01-30T18:06:04.384" v="1972" actId="20577"/>
        <pc:sldMkLst>
          <pc:docMk/>
          <pc:sldMk cId="2461677388" sldId="421"/>
        </pc:sldMkLst>
        <pc:spChg chg="mod">
          <ac:chgData name="Cédric Schaffter" userId="553b4a19-b3bd-4c85-8b03-e3da8d2d0ee5" providerId="ADAL" clId="{7AEEFB4E-630E-44AE-9DD2-839CAF44FE64}" dt="2025-01-30T18:03:18.091" v="1659" actId="20577"/>
          <ac:spMkLst>
            <pc:docMk/>
            <pc:sldMk cId="2461677388" sldId="421"/>
            <ac:spMk id="2" creationId="{751C9EE8-5469-753E-A820-96D0FA7EF360}"/>
          </ac:spMkLst>
        </pc:spChg>
        <pc:spChg chg="mod">
          <ac:chgData name="Cédric Schaffter" userId="553b4a19-b3bd-4c85-8b03-e3da8d2d0ee5" providerId="ADAL" clId="{7AEEFB4E-630E-44AE-9DD2-839CAF44FE64}" dt="2025-01-30T18:06:04.384" v="1972" actId="20577"/>
          <ac:spMkLst>
            <pc:docMk/>
            <pc:sldMk cId="2461677388" sldId="421"/>
            <ac:spMk id="3" creationId="{7069A1E5-B4B2-3EC3-ABE7-6FAD7B4575FC}"/>
          </ac:spMkLst>
        </pc:spChg>
      </pc:sldChg>
      <pc:sldChg chg="modSp add mod modNotesTx">
        <pc:chgData name="Cédric Schaffter" userId="553b4a19-b3bd-4c85-8b03-e3da8d2d0ee5" providerId="ADAL" clId="{7AEEFB4E-630E-44AE-9DD2-839CAF44FE64}" dt="2025-01-30T21:18:58.949" v="2486" actId="20577"/>
        <pc:sldMkLst>
          <pc:docMk/>
          <pc:sldMk cId="4221307986" sldId="422"/>
        </pc:sldMkLst>
        <pc:spChg chg="mod">
          <ac:chgData name="Cédric Schaffter" userId="553b4a19-b3bd-4c85-8b03-e3da8d2d0ee5" providerId="ADAL" clId="{7AEEFB4E-630E-44AE-9DD2-839CAF44FE64}" dt="2025-01-30T21:00:08.805" v="2100" actId="20577"/>
          <ac:spMkLst>
            <pc:docMk/>
            <pc:sldMk cId="4221307986" sldId="422"/>
            <ac:spMk id="2" creationId="{4FCE0EE7-A72A-6B92-5FEC-5F80A5CEC26E}"/>
          </ac:spMkLst>
        </pc:spChg>
        <pc:spChg chg="mod">
          <ac:chgData name="Cédric Schaffter" userId="553b4a19-b3bd-4c85-8b03-e3da8d2d0ee5" providerId="ADAL" clId="{7AEEFB4E-630E-44AE-9DD2-839CAF44FE64}" dt="2025-01-30T21:18:58.949" v="2486" actId="20577"/>
          <ac:spMkLst>
            <pc:docMk/>
            <pc:sldMk cId="4221307986" sldId="422"/>
            <ac:spMk id="3" creationId="{C8B0E683-8B83-0AEA-F135-975941D531A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6218B3-C964-4B2C-A5FA-0E6289E029BD}" type="datetimeFigureOut">
              <a:rPr lang="fr-CH" smtClean="0"/>
              <a:t>10.11.2025</a:t>
            </a:fld>
            <a:endParaRPr lang="fr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E8B0B-D5D7-4D88-83E3-FE3FF33CB0C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6157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09429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Faire reformuler aux élèves la définition de cet objectif.</a:t>
            </a:r>
          </a:p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00523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91929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Le protocole HTTP (et HTTPS)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05348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Le protocole HTTP (et HTTPS)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9223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Le protocole HTTP (et HTTPS)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78629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Demander aux élèves ce qui se passe avec la vérification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928682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Poser le problème 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61733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Et puis, qu’est-ce que ca veut dire «ouverte»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319853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37E96-9530-5E3D-3651-B35A95E07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EE2773-B8CA-2534-F81F-17EEABD99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58D229-65CF-D650-4EE1-00F0DA812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B9B04-2DE7-626E-8A51-55FDBFFDC0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486838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5A12C-C390-F754-42E4-BB6347ADB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8DE61A-42D6-0654-6C28-58E0BE86B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E746F8-47FB-E348-E1C3-ACACE0B52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Demandez aux élèves les risques liés aux mots de passes stockés dans une base de données.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46BCA-5CF3-2C7F-7FEB-67C5A254B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167490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B23E5-A7A1-D0B0-3B68-3C9ACE9C8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20329-9191-2806-00B6-7EBE28AA0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670646-681B-C3D9-2F38-A28067060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Demandez aux élèves les risques liés aux mots de passes stockés dans une base de données.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9FC4D-0AE8-FB25-FABC-A8F33E52EE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254997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A135F-BAFD-D760-51D2-5788122A4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1A59DD-0E0C-7157-9346-39B112C80C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D6742-82EC-D97C-155B-3FC40AB94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https://cheatsheetseries.owasp.org/cheatsheets/Password_Storage_Cheat_Sheet.html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DAD49-0D5E-FDF2-FC4C-F266B525B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199369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2154E-C8C6-C485-48D2-53E9D953E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07FBF7-E25F-4D16-D668-2432B7048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61ACB9-324C-1A41-FAF7-EC9603E82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Demandez aux élèves les risques liés aux mots de passes stockés dans une base de données.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2F3C4-1997-C05F-0632-4E23E9054B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04058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C6621-0426-7F71-FA36-D8FD6B796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C15D66-7CDF-8FB5-1ABF-BA9071AEF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553BB-7130-A0CC-A374-9997D3945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Demandez aux élèves les risques liés aux mots de passes stockés dans une base de données.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2B4CE-184F-4CEC-07FD-88165B741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055337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6C4D9-38DF-2CC9-4445-86B86C422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179B91-A6C1-1B91-CB22-AE34810F8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C9A16B-C198-9973-9707-74D923BC3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93EFF-5CFE-0FE9-345A-9E082DC39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751447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B89E2-FDFB-C603-D4CF-EAAC8AA61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BDC557-DD32-7EC2-4FB6-5246846BE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E0C36F-715B-636D-FC4B-3B749235F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6E2C1-68B3-3A60-DF42-E3336E217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321090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6DD37-A113-03E7-2C39-CE469D271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F1979E-A245-C88C-9764-0BFDBF29E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17D364-F5D3-F854-A910-937F78874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Demander aux élèves : "Que se passe-t-il si deux utilisateurs choisissent le même mot de passe, mais que chacun a un sel différent ?"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5DCD3-C61C-9FD8-6BF1-6F7AADB18D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207908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A9127-9218-8EAF-DBFA-46B6C53D5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D8B136-9627-68C1-FBE6-1CCF5E0B8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15BEE-CD61-A7B0-5C5F-E025D5FAD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5B800-5EB6-18C6-16B9-A3C57B4329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016661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046069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Demander aux élèves ce que peux bien vouloir dire «</a:t>
            </a:r>
            <a:r>
              <a:rPr lang="fr-CH" err="1"/>
              <a:t>stateless</a:t>
            </a:r>
            <a:r>
              <a:rPr lang="fr-CH"/>
              <a:t>»</a:t>
            </a:r>
          </a:p>
          <a:p>
            <a:endParaRPr lang="fr-CH"/>
          </a:p>
          <a:p>
            <a:r>
              <a:rPr lang="fr-CH" err="1"/>
              <a:t>Stateless</a:t>
            </a:r>
            <a:r>
              <a:rPr lang="fr-CH"/>
              <a:t> = sans état. Chaque requête est indépendante les unes des autres et le serveur n’a pas connaissance des requêtes précédentes.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562234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La session n’est plus enregistrée comme un champ de la base de données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647790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070913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786815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735787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C’est un moyen compact pour transmettre de l’informations en toute sécurité entre plusieurs partis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958335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err="1"/>
              <a:t>Payload</a:t>
            </a:r>
            <a:r>
              <a:rPr lang="fr-CH"/>
              <a:t> : </a:t>
            </a:r>
          </a:p>
          <a:p>
            <a:r>
              <a:rPr lang="fr-CH"/>
              <a:t>user : Nom d’utilisateur connecté</a:t>
            </a:r>
          </a:p>
          <a:p>
            <a:r>
              <a:rPr lang="fr-CH" err="1"/>
              <a:t>iat</a:t>
            </a:r>
            <a:r>
              <a:rPr lang="fr-CH"/>
              <a:t> : </a:t>
            </a:r>
            <a:r>
              <a:rPr lang="fr-CH" err="1"/>
              <a:t>Issued</a:t>
            </a:r>
            <a:r>
              <a:rPr lang="fr-CH"/>
              <a:t> At, permet de calculer l’âge du jeton</a:t>
            </a:r>
          </a:p>
          <a:p>
            <a:r>
              <a:rPr lang="fr-CH"/>
              <a:t>Claims : il y a des valeurs , standardisé comme le </a:t>
            </a:r>
            <a:r>
              <a:rPr lang="fr-CH" err="1"/>
              <a:t>iss</a:t>
            </a:r>
            <a:r>
              <a:rPr lang="fr-CH"/>
              <a:t> (</a:t>
            </a:r>
            <a:r>
              <a:rPr lang="fr-CH" err="1"/>
              <a:t>Issuer</a:t>
            </a:r>
            <a:r>
              <a:rPr lang="fr-CH"/>
              <a:t>) ou l’</a:t>
            </a:r>
            <a:r>
              <a:rPr lang="fr-CH" err="1"/>
              <a:t>exp</a:t>
            </a:r>
            <a:r>
              <a:rPr lang="fr-CH"/>
              <a:t> (</a:t>
            </a:r>
            <a:r>
              <a:rPr lang="fr-CH" err="1"/>
              <a:t>expriration</a:t>
            </a:r>
            <a:r>
              <a:rPr lang="fr-CH"/>
              <a:t>), public ou privés</a:t>
            </a:r>
          </a:p>
          <a:p>
            <a:endParaRPr lang="fr-CH"/>
          </a:p>
          <a:p>
            <a:r>
              <a:rPr lang="fr-CH"/>
              <a:t>https://www.iana.org/assignments/jwt/jwt.xhtml#claims</a:t>
            </a:r>
          </a:p>
          <a:p>
            <a:endParaRPr lang="fr-CH"/>
          </a:p>
          <a:p>
            <a:endParaRPr lang="fr-CH"/>
          </a:p>
          <a:p>
            <a:r>
              <a:rPr lang="fr-CH"/>
              <a:t>Problème de sécurité principal : la vérification de la signature peut être désactivée avec </a:t>
            </a:r>
            <a:r>
              <a:rPr lang="fr-CH" err="1"/>
              <a:t>alg</a:t>
            </a:r>
            <a:r>
              <a:rPr lang="fr-CH"/>
              <a:t> : none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108829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022631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104080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SHA-0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300066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SHA-0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3359769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740461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660410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40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360193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41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879825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43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46299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04DE0-88DE-4610-BD02-CD38DF49B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560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CF7C9-0305-4CBC-8E98-2CC5250FD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8285E8-1FCB-9C6D-C719-195577BFB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975B0D62-DA5A-4B9E-A99D-C5E052757ED2}" type="datetime1">
              <a:rPr lang="fr-CH" smtClean="0"/>
              <a:t>10.11.2025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FCD6F8-6772-ED93-2BF4-D33B7E3DA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3340608" cy="365125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18AE0E-7542-ADE9-9231-C9491A8EA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D8134CE5-34C2-4E1A-BD32-3DE8831B36D6}" type="slidenum">
              <a:rPr lang="fr-CH" smtClean="0"/>
              <a:pPr/>
              <a:t>‹N°›</a:t>
            </a:fld>
            <a:r>
              <a:rPr lang="fr-CH"/>
              <a:t>/Total</a:t>
            </a:r>
          </a:p>
        </p:txBody>
      </p:sp>
    </p:spTree>
    <p:extLst>
      <p:ext uri="{BB962C8B-B14F-4D97-AF65-F5344CB8AC3E}">
        <p14:creationId xmlns:p14="http://schemas.microsoft.com/office/powerpoint/2010/main" val="170151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print_ligh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/>
          <p:cNvGrpSpPr/>
          <p:nvPr userDrawn="1"/>
        </p:nvGrpSpPr>
        <p:grpSpPr>
          <a:xfrm>
            <a:off x="778021" y="296687"/>
            <a:ext cx="10793490" cy="900000"/>
            <a:chOff x="577340" y="118070"/>
            <a:chExt cx="10793490" cy="979831"/>
          </a:xfrm>
        </p:grpSpPr>
        <p:grpSp>
          <p:nvGrpSpPr>
            <p:cNvPr id="2" name="Groupe 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2362" name="Rectangle 236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3" name="Rectangle 236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4" name="Rectangle 236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5" name="Rectangle 236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6" name="Rectangle 236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7" name="Rectangle 236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8" name="Rectangle 236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9" name="Rectangle 236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0" name="Rectangle 236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1" name="Rectangle 237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2" name="Rectangle 237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3" name="Rectangle 237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4" name="Rectangle 237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5" name="Rectangle 237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6" name="Rectangle 237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7" name="Rectangle 237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8" name="Rectangle 237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9" name="Rectangle 237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0" name="Rectangle 237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1" name="Rectangle 238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2" name="Rectangle 238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3" name="Rectangle 238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4" name="Rectangle 238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5" name="Rectangle 238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6" name="Rectangle 238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1" name="Rectangle 236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2356" name="Groupe 2355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2357" name="Rectangle 235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58" name="Rectangle 235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2" name="Rectangle 471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3" name="Rectangle 471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4" name="Rectangle 471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5" name="Rectangle 471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6" name="Rectangle 471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7" name="Rectangle 471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8" name="Rectangle 471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9" name="Rectangle 471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0" name="Rectangle 471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1" name="Rectangle 472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2" name="Rectangle 472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3" name="Rectangle 472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4" name="Rectangle 472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5" name="Rectangle 472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6" name="Rectangle 472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7" name="Rectangle 472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8" name="Rectangle 472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9" name="Rectangle 472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0" name="Rectangle 472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1" name="Rectangle 473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2" name="Rectangle 473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3" name="Rectangle 473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4" name="Rectangle 473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5" name="Rectangle 473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736" name="Groupe 4735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4737" name="Rectangle 473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8" name="Rectangle 473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9" name="Rectangle 473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0" name="Rectangle 473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1" name="Rectangle 474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2" name="Rectangle 474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3" name="Rectangle 474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4" name="Rectangle 474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5" name="Rectangle 474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6" name="Rectangle 474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7" name="Rectangle 474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8" name="Rectangle 474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9" name="Rectangle 474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0" name="Rectangle 474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1" name="Rectangle 475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2" name="Rectangle 475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3" name="Rectangle 475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4" name="Rectangle 475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5" name="Rectangle 475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6" name="Rectangle 475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7" name="Rectangle 475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8" name="Rectangle 475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9" name="Rectangle 475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0" name="Rectangle 475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1" name="Rectangle 476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2" name="Rectangle 476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763" name="Groupe 4762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4764" name="Rectangle 476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5" name="Rectangle 476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6" name="Rectangle 476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7" name="Rectangle 476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8" name="Rectangle 476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9" name="Rectangle 476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0" name="Rectangle 476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1" name="Rectangle 477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2" name="Rectangle 477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3" name="Rectangle 477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4" name="Rectangle 477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5" name="Rectangle 477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6" name="Rectangle 477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7" name="Rectangle 477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8" name="Rectangle 477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9" name="Rectangle 477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0" name="Rectangle 477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1" name="Rectangle 478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2" name="Rectangle 478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3" name="Rectangle 478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4" name="Rectangle 478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5" name="Rectangle 478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6" name="Rectangle 478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7" name="Rectangle 478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8" name="Rectangle 478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9" name="Rectangle 478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898" name="Groupe 4897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4899" name="Rectangle 489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0" name="Rectangle 489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1" name="Rectangle 490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2" name="Rectangle 490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3" name="Rectangle 490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4" name="Rectangle 490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5" name="Rectangle 490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6" name="Rectangle 490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7" name="Rectangle 490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8" name="Rectangle 490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9" name="Rectangle 490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0" name="Rectangle 490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1" name="Rectangle 491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2" name="Rectangle 491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3" name="Rectangle 491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4" name="Rectangle 491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5" name="Rectangle 491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6" name="Rectangle 491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7" name="Rectangle 491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8" name="Rectangle 491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9" name="Rectangle 491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0" name="Rectangle 491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1" name="Rectangle 492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2" name="Rectangle 492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3" name="Rectangle 492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4" name="Rectangle 492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925" name="Groupe 4924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4926" name="Rectangle 492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7" name="Rectangle 492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8" name="Rectangle 492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9" name="Rectangle 492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0" name="Rectangle 492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1" name="Rectangle 493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2" name="Rectangle 493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3" name="Rectangle 493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4" name="Rectangle 493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5" name="Rectangle 493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6" name="Rectangle 493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7" name="Rectangle 493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8" name="Rectangle 493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9" name="Rectangle 493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0" name="Rectangle 493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1" name="Rectangle 494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2" name="Rectangle 494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3" name="Rectangle 494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4" name="Rectangle 494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5" name="Rectangle 494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6" name="Rectangle 494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7" name="Rectangle 494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8" name="Rectangle 494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9" name="Rectangle 494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0" name="Rectangle 494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1" name="Rectangle 495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952" name="Groupe 4951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4953" name="Rectangle 495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4" name="Rectangle 495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5" name="Rectangle 495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6" name="Rectangle 495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7" name="Rectangle 495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8" name="Rectangle 495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9" name="Rectangle 495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0" name="Rectangle 495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1" name="Rectangle 496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2" name="Rectangle 496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3" name="Rectangle 496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4" name="Rectangle 496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5" name="Rectangle 496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6" name="Rectangle 496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7" name="Rectangle 496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8" name="Rectangle 496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9" name="Rectangle 496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0" name="Rectangle 496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1" name="Rectangle 497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2" name="Rectangle 497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3" name="Rectangle 497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4" name="Rectangle 497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5" name="Rectangle 497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6" name="Rectangle 497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7" name="Rectangle 497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8" name="Rectangle 497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979" name="Groupe 497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4980" name="Rectangle 497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1" name="Rectangle 498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2" name="Rectangle 498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3" name="Rectangle 498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4" name="Rectangle 498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5" name="Rectangle 498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6" name="Rectangle 498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7" name="Rectangle 498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8" name="Rectangle 498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9" name="Rectangle 498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0" name="Rectangle 498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1" name="Rectangle 499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2" name="Rectangle 499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3" name="Rectangle 499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4" name="Rectangle 499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5" name="Rectangle 499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6" name="Rectangle 499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7" name="Rectangle 499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8" name="Rectangle 499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9" name="Rectangle 499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0" name="Rectangle 499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1" name="Rectangle 500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2" name="Rectangle 500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3" name="Rectangle 500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4" name="Rectangle 500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5" name="Rectangle 500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06" name="Groupe 5005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5007" name="Rectangle 500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8" name="Rectangle 500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9" name="Rectangle 500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0" name="Rectangle 500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1" name="Rectangle 501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2" name="Rectangle 501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3" name="Rectangle 501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4" name="Rectangle 501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5" name="Rectangle 501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6" name="Rectangle 501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7" name="Rectangle 501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8" name="Rectangle 501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9" name="Rectangle 501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0" name="Rectangle 501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1" name="Rectangle 502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2" name="Rectangle 502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3" name="Rectangle 502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4" name="Rectangle 502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5" name="Rectangle 502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6" name="Rectangle 502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7" name="Rectangle 502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8" name="Rectangle 502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9" name="Rectangle 502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0" name="Rectangle 502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1" name="Rectangle 503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2" name="Rectangle 503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33" name="Groupe 5032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5034" name="Rectangle 503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5" name="Rectangle 503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6" name="Rectangle 503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7" name="Rectangle 503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8" name="Rectangle 503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9" name="Rectangle 503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0" name="Rectangle 503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1" name="Rectangle 504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2" name="Rectangle 504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3" name="Rectangle 504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4" name="Rectangle 504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5" name="Rectangle 504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6" name="Rectangle 504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7" name="Rectangle 504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8" name="Rectangle 504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9" name="Rectangle 504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0" name="Rectangle 504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1" name="Rectangle 505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2" name="Rectangle 505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3" name="Rectangle 505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4" name="Rectangle 505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5" name="Rectangle 505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6" name="Rectangle 505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7" name="Rectangle 505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8" name="Rectangle 505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9" name="Rectangle 505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60" name="Groupe 5059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5061" name="Rectangle 506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2" name="Rectangle 506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3" name="Rectangle 506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4" name="Rectangle 506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5" name="Rectangle 506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6" name="Rectangle 506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7" name="Rectangle 506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8" name="Rectangle 506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9" name="Rectangle 506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0" name="Rectangle 506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1" name="Rectangle 507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2" name="Rectangle 507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3" name="Rectangle 507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4" name="Rectangle 507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5" name="Rectangle 507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6" name="Rectangle 507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7" name="Rectangle 507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8" name="Rectangle 507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9" name="Rectangle 507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0" name="Rectangle 507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1" name="Rectangle 508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2" name="Rectangle 508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3" name="Rectangle 508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4" name="Rectangle 508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5" name="Rectangle 508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6" name="Rectangle 508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87" name="Groupe 5086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5088" name="Rectangle 508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9" name="Rectangle 508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0" name="Rectangle 508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1" name="Rectangle 509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2" name="Rectangle 509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3" name="Rectangle 509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4" name="Rectangle 509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5" name="Rectangle 509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6" name="Rectangle 509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7" name="Rectangle 509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8" name="Rectangle 509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9" name="Rectangle 509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0" name="Rectangle 509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1" name="Rectangle 510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2" name="Rectangle 510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3" name="Rectangle 510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4" name="Rectangle 510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5" name="Rectangle 510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6" name="Rectangle 510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7" name="Rectangle 510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8" name="Rectangle 510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9" name="Rectangle 510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0" name="Rectangle 510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1" name="Rectangle 511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2" name="Rectangle 511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3" name="Rectangle 511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5114" name="Groupe 5113"/>
          <p:cNvGrpSpPr/>
          <p:nvPr userDrawn="1"/>
        </p:nvGrpSpPr>
        <p:grpSpPr>
          <a:xfrm>
            <a:off x="778021" y="1190492"/>
            <a:ext cx="10793490" cy="900000"/>
            <a:chOff x="577340" y="118070"/>
            <a:chExt cx="10793490" cy="979831"/>
          </a:xfrm>
        </p:grpSpPr>
        <p:grpSp>
          <p:nvGrpSpPr>
            <p:cNvPr id="5115" name="Groupe 5114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5413" name="Rectangle 541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4" name="Rectangle 541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5" name="Rectangle 541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6" name="Rectangle 541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7" name="Rectangle 541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8" name="Rectangle 541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9" name="Rectangle 541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0" name="Rectangle 541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1" name="Rectangle 542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2" name="Rectangle 542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3" name="Rectangle 542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4" name="Rectangle 542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5" name="Rectangle 542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6" name="Rectangle 542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7" name="Rectangle 542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8" name="Rectangle 542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9" name="Rectangle 542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0" name="Rectangle 542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1" name="Rectangle 543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2" name="Rectangle 543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3" name="Rectangle 543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4" name="Rectangle 543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5" name="Rectangle 543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6" name="Rectangle 543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7" name="Rectangle 543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8" name="Rectangle 543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6" name="Groupe 5115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5387" name="Rectangle 538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8" name="Rectangle 538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9" name="Rectangle 538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0" name="Rectangle 538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1" name="Rectangle 539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2" name="Rectangle 539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3" name="Rectangle 539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4" name="Rectangle 539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5" name="Rectangle 539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6" name="Rectangle 539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7" name="Rectangle 539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8" name="Rectangle 539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9" name="Rectangle 539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0" name="Rectangle 539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1" name="Rectangle 540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2" name="Rectangle 540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3" name="Rectangle 540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4" name="Rectangle 540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5" name="Rectangle 540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6" name="Rectangle 540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7" name="Rectangle 540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8" name="Rectangle 540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9" name="Rectangle 540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0" name="Rectangle 540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1" name="Rectangle 541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2" name="Rectangle 541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7" name="Groupe 5116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5361" name="Rectangle 536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2" name="Rectangle 536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3" name="Rectangle 536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4" name="Rectangle 536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5" name="Rectangle 536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6" name="Rectangle 536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7" name="Rectangle 536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8" name="Rectangle 536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9" name="Rectangle 536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0" name="Rectangle 536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1" name="Rectangle 537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2" name="Rectangle 537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3" name="Rectangle 537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4" name="Rectangle 537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5" name="Rectangle 537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6" name="Rectangle 537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7" name="Rectangle 537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8" name="Rectangle 537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9" name="Rectangle 537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0" name="Rectangle 537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1" name="Rectangle 538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2" name="Rectangle 538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3" name="Rectangle 538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4" name="Rectangle 538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5" name="Rectangle 538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6" name="Rectangle 538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8" name="Groupe 5117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5335" name="Rectangle 533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6" name="Rectangle 533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7" name="Rectangle 533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8" name="Rectangle 533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9" name="Rectangle 533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0" name="Rectangle 533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1" name="Rectangle 534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2" name="Rectangle 534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3" name="Rectangle 534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4" name="Rectangle 534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5" name="Rectangle 534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6" name="Rectangle 534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7" name="Rectangle 534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8" name="Rectangle 534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9" name="Rectangle 534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0" name="Rectangle 534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1" name="Rectangle 535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2" name="Rectangle 535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3" name="Rectangle 535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4" name="Rectangle 535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5" name="Rectangle 535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6" name="Rectangle 535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7" name="Rectangle 535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8" name="Rectangle 535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9" name="Rectangle 535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0" name="Rectangle 535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9" name="Groupe 5118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5309" name="Rectangle 530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0" name="Rectangle 530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1" name="Rectangle 531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2" name="Rectangle 531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3" name="Rectangle 531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4" name="Rectangle 531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5" name="Rectangle 531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6" name="Rectangle 531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7" name="Rectangle 531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8" name="Rectangle 531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9" name="Rectangle 531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0" name="Rectangle 531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1" name="Rectangle 532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2" name="Rectangle 532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3" name="Rectangle 532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4" name="Rectangle 532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5" name="Rectangle 532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6" name="Rectangle 532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7" name="Rectangle 532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8" name="Rectangle 532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9" name="Rectangle 532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0" name="Rectangle 532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1" name="Rectangle 533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2" name="Rectangle 533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3" name="Rectangle 533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4" name="Rectangle 533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0" name="Groupe 5119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5283" name="Rectangle 528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4" name="Rectangle 528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5" name="Rectangle 528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6" name="Rectangle 528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7" name="Rectangle 528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8" name="Rectangle 528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9" name="Rectangle 528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0" name="Rectangle 528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1" name="Rectangle 529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2" name="Rectangle 529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3" name="Rectangle 529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4" name="Rectangle 529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5" name="Rectangle 529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6" name="Rectangle 529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7" name="Rectangle 529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8" name="Rectangle 529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9" name="Rectangle 529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0" name="Rectangle 529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1" name="Rectangle 530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2" name="Rectangle 530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3" name="Rectangle 530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4" name="Rectangle 530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5" name="Rectangle 530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6" name="Rectangle 530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7" name="Rectangle 530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8" name="Rectangle 530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1" name="Groupe 5120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5257" name="Rectangle 525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8" name="Rectangle 525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9" name="Rectangle 525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0" name="Rectangle 525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1" name="Rectangle 526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2" name="Rectangle 526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3" name="Rectangle 526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4" name="Rectangle 526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5" name="Rectangle 526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6" name="Rectangle 526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7" name="Rectangle 526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8" name="Rectangle 526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9" name="Rectangle 526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0" name="Rectangle 526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1" name="Rectangle 527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2" name="Rectangle 527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3" name="Rectangle 527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4" name="Rectangle 527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5" name="Rectangle 527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6" name="Rectangle 527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7" name="Rectangle 527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8" name="Rectangle 527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9" name="Rectangle 527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0" name="Rectangle 527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1" name="Rectangle 528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2" name="Rectangle 528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2" name="Groupe 5121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5231" name="Rectangle 523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2" name="Rectangle 523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3" name="Rectangle 523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4" name="Rectangle 523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5" name="Rectangle 523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6" name="Rectangle 523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7" name="Rectangle 523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8" name="Rectangle 523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9" name="Rectangle 523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0" name="Rectangle 523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1" name="Rectangle 524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2" name="Rectangle 524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3" name="Rectangle 524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4" name="Rectangle 524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5" name="Rectangle 524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6" name="Rectangle 524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7" name="Rectangle 524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8" name="Rectangle 524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9" name="Rectangle 524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0" name="Rectangle 524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1" name="Rectangle 525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2" name="Rectangle 525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3" name="Rectangle 525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4" name="Rectangle 525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5" name="Rectangle 525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6" name="Rectangle 525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3" name="Groupe 5122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5205" name="Rectangle 520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6" name="Rectangle 520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7" name="Rectangle 520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8" name="Rectangle 520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9" name="Rectangle 520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0" name="Rectangle 520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1" name="Rectangle 521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2" name="Rectangle 521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3" name="Rectangle 521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4" name="Rectangle 521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5" name="Rectangle 521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6" name="Rectangle 521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7" name="Rectangle 521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8" name="Rectangle 521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9" name="Rectangle 521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0" name="Rectangle 521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1" name="Rectangle 522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2" name="Rectangle 522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3" name="Rectangle 522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4" name="Rectangle 522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5" name="Rectangle 522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6" name="Rectangle 522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7" name="Rectangle 522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8" name="Rectangle 522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9" name="Rectangle 522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0" name="Rectangle 522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4" name="Groupe 5123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5179" name="Rectangle 517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0" name="Rectangle 517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1" name="Rectangle 518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2" name="Rectangle 518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3" name="Rectangle 518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4" name="Rectangle 518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5" name="Rectangle 518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6" name="Rectangle 518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7" name="Rectangle 518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8" name="Rectangle 518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9" name="Rectangle 518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0" name="Rectangle 518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1" name="Rectangle 519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2" name="Rectangle 519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3" name="Rectangle 519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4" name="Rectangle 519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5" name="Rectangle 519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6" name="Rectangle 519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7" name="Rectangle 519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8" name="Rectangle 519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9" name="Rectangle 519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0" name="Rectangle 519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1" name="Rectangle 520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2" name="Rectangle 520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3" name="Rectangle 520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4" name="Rectangle 520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5" name="Groupe 5124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5153" name="Rectangle 515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4" name="Rectangle 515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5" name="Rectangle 515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6" name="Rectangle 515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7" name="Rectangle 515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8" name="Rectangle 515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9" name="Rectangle 515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0" name="Rectangle 515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1" name="Rectangle 516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2" name="Rectangle 516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3" name="Rectangle 516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4" name="Rectangle 516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5" name="Rectangle 516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6" name="Rectangle 516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7" name="Rectangle 516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8" name="Rectangle 516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9" name="Rectangle 516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0" name="Rectangle 516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1" name="Rectangle 517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2" name="Rectangle 517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3" name="Rectangle 517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4" name="Rectangle 517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5" name="Rectangle 517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6" name="Rectangle 517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7" name="Rectangle 517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8" name="Rectangle 517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6" name="Groupe 5125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5127" name="Rectangle 512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28" name="Rectangle 512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29" name="Rectangle 512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0" name="Rectangle 512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1" name="Rectangle 513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2" name="Rectangle 513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3" name="Rectangle 513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4" name="Rectangle 513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5" name="Rectangle 513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6" name="Rectangle 513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7" name="Rectangle 513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8" name="Rectangle 513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9" name="Rectangle 513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0" name="Rectangle 513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1" name="Rectangle 514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2" name="Rectangle 514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3" name="Rectangle 514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4" name="Rectangle 514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5" name="Rectangle 514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6" name="Rectangle 514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7" name="Rectangle 514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8" name="Rectangle 514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9" name="Rectangle 514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0" name="Rectangle 514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1" name="Rectangle 515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2" name="Rectangle 515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cxnSp>
        <p:nvCxnSpPr>
          <p:cNvPr id="6" name="Connecteur droit 5"/>
          <p:cNvCxnSpPr/>
          <p:nvPr userDrawn="1"/>
        </p:nvCxnSpPr>
        <p:spPr>
          <a:xfrm>
            <a:off x="6174766" y="0"/>
            <a:ext cx="0" cy="14224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91" name="Groupe 7090"/>
          <p:cNvGrpSpPr/>
          <p:nvPr userDrawn="1"/>
        </p:nvGrpSpPr>
        <p:grpSpPr>
          <a:xfrm>
            <a:off x="778021" y="2090491"/>
            <a:ext cx="10793490" cy="900000"/>
            <a:chOff x="577340" y="118070"/>
            <a:chExt cx="10793490" cy="979831"/>
          </a:xfrm>
        </p:grpSpPr>
        <p:grpSp>
          <p:nvGrpSpPr>
            <p:cNvPr id="7092" name="Groupe 709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7390" name="Rectangle 738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1" name="Rectangle 739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2" name="Rectangle 739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3" name="Rectangle 739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4" name="Rectangle 739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5" name="Rectangle 739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6" name="Rectangle 739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7" name="Rectangle 739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8" name="Rectangle 739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9" name="Rectangle 739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0" name="Rectangle 739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1" name="Rectangle 740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2" name="Rectangle 740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3" name="Rectangle 740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4" name="Rectangle 740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5" name="Rectangle 740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6" name="Rectangle 740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7" name="Rectangle 740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8" name="Rectangle 740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9" name="Rectangle 740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0" name="Rectangle 740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1" name="Rectangle 741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2" name="Rectangle 741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3" name="Rectangle 741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4" name="Rectangle 741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5" name="Rectangle 741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3" name="Groupe 7092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7364" name="Rectangle 736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5" name="Rectangle 736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6" name="Rectangle 736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7" name="Rectangle 736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8" name="Rectangle 736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9" name="Rectangle 736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0" name="Rectangle 736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1" name="Rectangle 737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2" name="Rectangle 737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3" name="Rectangle 737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4" name="Rectangle 737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5" name="Rectangle 737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6" name="Rectangle 737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7" name="Rectangle 737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8" name="Rectangle 737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9" name="Rectangle 737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0" name="Rectangle 737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1" name="Rectangle 738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2" name="Rectangle 738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3" name="Rectangle 738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4" name="Rectangle 738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5" name="Rectangle 738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6" name="Rectangle 738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7" name="Rectangle 738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8" name="Rectangle 738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9" name="Rectangle 738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4" name="Groupe 7093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7338" name="Rectangle 733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9" name="Rectangle 733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0" name="Rectangle 733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1" name="Rectangle 734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2" name="Rectangle 734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3" name="Rectangle 734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4" name="Rectangle 734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5" name="Rectangle 734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6" name="Rectangle 734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7" name="Rectangle 734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8" name="Rectangle 734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9" name="Rectangle 734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0" name="Rectangle 734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1" name="Rectangle 735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2" name="Rectangle 735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3" name="Rectangle 735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4" name="Rectangle 735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5" name="Rectangle 735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6" name="Rectangle 735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7" name="Rectangle 735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8" name="Rectangle 735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9" name="Rectangle 735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0" name="Rectangle 735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1" name="Rectangle 736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2" name="Rectangle 736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3" name="Rectangle 736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5" name="Groupe 7094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7312" name="Rectangle 731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3" name="Rectangle 731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4" name="Rectangle 731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5" name="Rectangle 731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6" name="Rectangle 731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7" name="Rectangle 731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8" name="Rectangle 731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9" name="Rectangle 731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0" name="Rectangle 731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1" name="Rectangle 732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2" name="Rectangle 732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3" name="Rectangle 732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4" name="Rectangle 732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5" name="Rectangle 732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6" name="Rectangle 732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7" name="Rectangle 732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8" name="Rectangle 732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9" name="Rectangle 732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0" name="Rectangle 732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1" name="Rectangle 733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2" name="Rectangle 733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3" name="Rectangle 733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4" name="Rectangle 733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5" name="Rectangle 733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6" name="Rectangle 733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7" name="Rectangle 733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6" name="Groupe 7095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7286" name="Rectangle 728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7" name="Rectangle 728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8" name="Rectangle 728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9" name="Rectangle 728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0" name="Rectangle 728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1" name="Rectangle 729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2" name="Rectangle 729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3" name="Rectangle 729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4" name="Rectangle 729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5" name="Rectangle 729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6" name="Rectangle 729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7" name="Rectangle 729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8" name="Rectangle 729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9" name="Rectangle 729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0" name="Rectangle 729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1" name="Rectangle 730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2" name="Rectangle 730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3" name="Rectangle 730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4" name="Rectangle 730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5" name="Rectangle 730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6" name="Rectangle 730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7" name="Rectangle 730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8" name="Rectangle 730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9" name="Rectangle 730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0" name="Rectangle 730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1" name="Rectangle 731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7" name="Groupe 7096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7260" name="Rectangle 725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1" name="Rectangle 726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2" name="Rectangle 726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3" name="Rectangle 726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4" name="Rectangle 726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5" name="Rectangle 726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6" name="Rectangle 726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7" name="Rectangle 726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8" name="Rectangle 726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9" name="Rectangle 726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0" name="Rectangle 726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1" name="Rectangle 727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2" name="Rectangle 727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3" name="Rectangle 727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4" name="Rectangle 727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5" name="Rectangle 727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6" name="Rectangle 727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7" name="Rectangle 727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8" name="Rectangle 727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9" name="Rectangle 727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0" name="Rectangle 727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1" name="Rectangle 728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2" name="Rectangle 728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3" name="Rectangle 728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4" name="Rectangle 728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5" name="Rectangle 728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8" name="Groupe 7097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7234" name="Rectangle 723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5" name="Rectangle 723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6" name="Rectangle 723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7" name="Rectangle 723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8" name="Rectangle 723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9" name="Rectangle 723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0" name="Rectangle 723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1" name="Rectangle 724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2" name="Rectangle 724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3" name="Rectangle 724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4" name="Rectangle 724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5" name="Rectangle 724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6" name="Rectangle 724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7" name="Rectangle 724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8" name="Rectangle 724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9" name="Rectangle 724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0" name="Rectangle 724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1" name="Rectangle 725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2" name="Rectangle 725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3" name="Rectangle 725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4" name="Rectangle 725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5" name="Rectangle 725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6" name="Rectangle 725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7" name="Rectangle 725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8" name="Rectangle 725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9" name="Rectangle 725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9" name="Groupe 709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7208" name="Rectangle 720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9" name="Rectangle 720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0" name="Rectangle 720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1" name="Rectangle 721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2" name="Rectangle 721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3" name="Rectangle 721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4" name="Rectangle 721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5" name="Rectangle 721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6" name="Rectangle 721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7" name="Rectangle 721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8" name="Rectangle 721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9" name="Rectangle 721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0" name="Rectangle 721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1" name="Rectangle 722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2" name="Rectangle 722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3" name="Rectangle 722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4" name="Rectangle 722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5" name="Rectangle 722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6" name="Rectangle 722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7" name="Rectangle 722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8" name="Rectangle 722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9" name="Rectangle 722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0" name="Rectangle 722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1" name="Rectangle 723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2" name="Rectangle 723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3" name="Rectangle 723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0" name="Groupe 7099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7182" name="Rectangle 718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3" name="Rectangle 718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4" name="Rectangle 718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5" name="Rectangle 718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6" name="Rectangle 718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7" name="Rectangle 718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8" name="Rectangle 718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9" name="Rectangle 718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0" name="Rectangle 718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1" name="Rectangle 719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2" name="Rectangle 719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3" name="Rectangle 719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4" name="Rectangle 719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5" name="Rectangle 719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6" name="Rectangle 719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7" name="Rectangle 719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8" name="Rectangle 719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9" name="Rectangle 719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0" name="Rectangle 719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1" name="Rectangle 720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2" name="Rectangle 720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3" name="Rectangle 720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4" name="Rectangle 720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5" name="Rectangle 720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6" name="Rectangle 720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7" name="Rectangle 720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1" name="Groupe 7100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7156" name="Rectangle 715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7" name="Rectangle 715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8" name="Rectangle 715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9" name="Rectangle 715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0" name="Rectangle 715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1" name="Rectangle 716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2" name="Rectangle 716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3" name="Rectangle 716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4" name="Rectangle 716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5" name="Rectangle 716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6" name="Rectangle 716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7" name="Rectangle 716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8" name="Rectangle 716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9" name="Rectangle 716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0" name="Rectangle 716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1" name="Rectangle 717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2" name="Rectangle 717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3" name="Rectangle 717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4" name="Rectangle 717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5" name="Rectangle 717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6" name="Rectangle 717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7" name="Rectangle 717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8" name="Rectangle 717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9" name="Rectangle 717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0" name="Rectangle 717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1" name="Rectangle 718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2" name="Groupe 7101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7130" name="Rectangle 712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1" name="Rectangle 713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2" name="Rectangle 713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3" name="Rectangle 713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4" name="Rectangle 713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5" name="Rectangle 713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6" name="Rectangle 713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7" name="Rectangle 713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8" name="Rectangle 713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9" name="Rectangle 713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0" name="Rectangle 713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1" name="Rectangle 714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2" name="Rectangle 714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3" name="Rectangle 714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4" name="Rectangle 714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5" name="Rectangle 714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6" name="Rectangle 714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7" name="Rectangle 714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8" name="Rectangle 714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9" name="Rectangle 714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0" name="Rectangle 714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1" name="Rectangle 715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2" name="Rectangle 715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3" name="Rectangle 715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4" name="Rectangle 715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5" name="Rectangle 715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3" name="Groupe 7102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7104" name="Rectangle 710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5" name="Rectangle 710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6" name="Rectangle 710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7" name="Rectangle 710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8" name="Rectangle 710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9" name="Rectangle 710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0" name="Rectangle 710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1" name="Rectangle 711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2" name="Rectangle 711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3" name="Rectangle 711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4" name="Rectangle 711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5" name="Rectangle 711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6" name="Rectangle 711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7" name="Rectangle 711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8" name="Rectangle 711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9" name="Rectangle 711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0" name="Rectangle 711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1" name="Rectangle 712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2" name="Rectangle 712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3" name="Rectangle 712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4" name="Rectangle 712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5" name="Rectangle 712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6" name="Rectangle 712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7" name="Rectangle 712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8" name="Rectangle 712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9" name="Rectangle 712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7416" name="Groupe 7415"/>
          <p:cNvGrpSpPr/>
          <p:nvPr userDrawn="1"/>
        </p:nvGrpSpPr>
        <p:grpSpPr>
          <a:xfrm>
            <a:off x="778021" y="2984296"/>
            <a:ext cx="10793490" cy="900000"/>
            <a:chOff x="577340" y="118070"/>
            <a:chExt cx="10793490" cy="979831"/>
          </a:xfrm>
        </p:grpSpPr>
        <p:grpSp>
          <p:nvGrpSpPr>
            <p:cNvPr id="7417" name="Groupe 7416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7715" name="Rectangle 771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6" name="Rectangle 771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7" name="Rectangle 771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8" name="Rectangle 771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9" name="Rectangle 771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0" name="Rectangle 771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1" name="Rectangle 772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2" name="Rectangle 772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3" name="Rectangle 772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4" name="Rectangle 772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5" name="Rectangle 772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6" name="Rectangle 772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7" name="Rectangle 772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8" name="Rectangle 772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9" name="Rectangle 772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0" name="Rectangle 772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1" name="Rectangle 773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2" name="Rectangle 773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3" name="Rectangle 773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4" name="Rectangle 773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5" name="Rectangle 773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6" name="Rectangle 773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7" name="Rectangle 773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8" name="Rectangle 773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9" name="Rectangle 773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40" name="Rectangle 773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18" name="Groupe 7417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7689" name="Rectangle 768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0" name="Rectangle 768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1" name="Rectangle 769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2" name="Rectangle 769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3" name="Rectangle 769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4" name="Rectangle 769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5" name="Rectangle 769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6" name="Rectangle 769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7" name="Rectangle 769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8" name="Rectangle 769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9" name="Rectangle 769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0" name="Rectangle 769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1" name="Rectangle 770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2" name="Rectangle 770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3" name="Rectangle 770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4" name="Rectangle 770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5" name="Rectangle 770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6" name="Rectangle 770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7" name="Rectangle 770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8" name="Rectangle 770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9" name="Rectangle 770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0" name="Rectangle 770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1" name="Rectangle 771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2" name="Rectangle 771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3" name="Rectangle 771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4" name="Rectangle 771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19" name="Groupe 7418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7663" name="Rectangle 766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4" name="Rectangle 766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5" name="Rectangle 766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6" name="Rectangle 766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7" name="Rectangle 766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8" name="Rectangle 766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9" name="Rectangle 766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0" name="Rectangle 766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1" name="Rectangle 767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2" name="Rectangle 767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3" name="Rectangle 767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4" name="Rectangle 767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5" name="Rectangle 767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6" name="Rectangle 767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7" name="Rectangle 767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8" name="Rectangle 767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9" name="Rectangle 767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0" name="Rectangle 767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1" name="Rectangle 768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2" name="Rectangle 768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3" name="Rectangle 768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4" name="Rectangle 768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5" name="Rectangle 768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6" name="Rectangle 768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7" name="Rectangle 768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8" name="Rectangle 768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0" name="Groupe 7419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7637" name="Rectangle 763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8" name="Rectangle 763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9" name="Rectangle 763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0" name="Rectangle 763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1" name="Rectangle 764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2" name="Rectangle 764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3" name="Rectangle 764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4" name="Rectangle 764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5" name="Rectangle 764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6" name="Rectangle 764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7" name="Rectangle 764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8" name="Rectangle 764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9" name="Rectangle 764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0" name="Rectangle 764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1" name="Rectangle 765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2" name="Rectangle 765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3" name="Rectangle 765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4" name="Rectangle 765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5" name="Rectangle 765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6" name="Rectangle 765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7" name="Rectangle 765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8" name="Rectangle 765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9" name="Rectangle 765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0" name="Rectangle 765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1" name="Rectangle 766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2" name="Rectangle 766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1" name="Groupe 7420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7611" name="Rectangle 761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2" name="Rectangle 761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3" name="Rectangle 761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4" name="Rectangle 761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5" name="Rectangle 761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6" name="Rectangle 761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7" name="Rectangle 761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8" name="Rectangle 761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9" name="Rectangle 761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0" name="Rectangle 761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1" name="Rectangle 762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2" name="Rectangle 762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3" name="Rectangle 762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4" name="Rectangle 762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5" name="Rectangle 762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6" name="Rectangle 762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7" name="Rectangle 762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8" name="Rectangle 762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9" name="Rectangle 762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0" name="Rectangle 762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1" name="Rectangle 763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2" name="Rectangle 763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3" name="Rectangle 763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4" name="Rectangle 763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5" name="Rectangle 763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6" name="Rectangle 763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2" name="Groupe 7421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7585" name="Rectangle 758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6" name="Rectangle 758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7" name="Rectangle 758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8" name="Rectangle 758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9" name="Rectangle 758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0" name="Rectangle 758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1" name="Rectangle 759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2" name="Rectangle 759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3" name="Rectangle 759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4" name="Rectangle 759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5" name="Rectangle 759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6" name="Rectangle 759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7" name="Rectangle 759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8" name="Rectangle 759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9" name="Rectangle 759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0" name="Rectangle 759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1" name="Rectangle 760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2" name="Rectangle 760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3" name="Rectangle 760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4" name="Rectangle 760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5" name="Rectangle 760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6" name="Rectangle 760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7" name="Rectangle 760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8" name="Rectangle 760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9" name="Rectangle 760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0" name="Rectangle 760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3" name="Groupe 7422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7559" name="Rectangle 755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0" name="Rectangle 755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1" name="Rectangle 756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2" name="Rectangle 756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3" name="Rectangle 756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4" name="Rectangle 756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5" name="Rectangle 756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6" name="Rectangle 756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7" name="Rectangle 756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8" name="Rectangle 756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9" name="Rectangle 756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0" name="Rectangle 756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1" name="Rectangle 757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2" name="Rectangle 757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3" name="Rectangle 757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4" name="Rectangle 757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5" name="Rectangle 757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6" name="Rectangle 757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7" name="Rectangle 757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8" name="Rectangle 757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9" name="Rectangle 757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0" name="Rectangle 757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1" name="Rectangle 758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2" name="Rectangle 758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3" name="Rectangle 758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4" name="Rectangle 758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4" name="Groupe 7423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7533" name="Rectangle 753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4" name="Rectangle 753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5" name="Rectangle 753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6" name="Rectangle 753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7" name="Rectangle 753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8" name="Rectangle 753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9" name="Rectangle 753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0" name="Rectangle 753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1" name="Rectangle 754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2" name="Rectangle 754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3" name="Rectangle 754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4" name="Rectangle 754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5" name="Rectangle 754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6" name="Rectangle 754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7" name="Rectangle 754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8" name="Rectangle 754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9" name="Rectangle 754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0" name="Rectangle 754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1" name="Rectangle 755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2" name="Rectangle 755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3" name="Rectangle 755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4" name="Rectangle 755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5" name="Rectangle 755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6" name="Rectangle 755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7" name="Rectangle 755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8" name="Rectangle 755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5" name="Groupe 7424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7507" name="Rectangle 750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8" name="Rectangle 750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9" name="Rectangle 750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0" name="Rectangle 750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1" name="Rectangle 751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2" name="Rectangle 751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3" name="Rectangle 751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4" name="Rectangle 751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5" name="Rectangle 751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6" name="Rectangle 751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7" name="Rectangle 751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8" name="Rectangle 751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9" name="Rectangle 751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0" name="Rectangle 751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1" name="Rectangle 752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2" name="Rectangle 752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3" name="Rectangle 752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4" name="Rectangle 752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5" name="Rectangle 752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6" name="Rectangle 752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7" name="Rectangle 752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8" name="Rectangle 752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9" name="Rectangle 752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0" name="Rectangle 752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1" name="Rectangle 753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2" name="Rectangle 753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6" name="Groupe 7425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7481" name="Rectangle 748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2" name="Rectangle 748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3" name="Rectangle 748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4" name="Rectangle 748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5" name="Rectangle 748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6" name="Rectangle 748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7" name="Rectangle 748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8" name="Rectangle 748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9" name="Rectangle 748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0" name="Rectangle 748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1" name="Rectangle 749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2" name="Rectangle 749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3" name="Rectangle 749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4" name="Rectangle 749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5" name="Rectangle 749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6" name="Rectangle 749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7" name="Rectangle 749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8" name="Rectangle 749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9" name="Rectangle 749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0" name="Rectangle 749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1" name="Rectangle 750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2" name="Rectangle 750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3" name="Rectangle 750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4" name="Rectangle 750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5" name="Rectangle 750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6" name="Rectangle 750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7" name="Groupe 7426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7455" name="Rectangle 745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6" name="Rectangle 745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7" name="Rectangle 745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8" name="Rectangle 745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9" name="Rectangle 745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0" name="Rectangle 745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1" name="Rectangle 746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2" name="Rectangle 746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3" name="Rectangle 746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4" name="Rectangle 746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5" name="Rectangle 746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6" name="Rectangle 746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7" name="Rectangle 746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8" name="Rectangle 746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9" name="Rectangle 746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0" name="Rectangle 746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1" name="Rectangle 747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2" name="Rectangle 747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3" name="Rectangle 747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4" name="Rectangle 747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5" name="Rectangle 747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6" name="Rectangle 747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7" name="Rectangle 747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8" name="Rectangle 747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9" name="Rectangle 747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0" name="Rectangle 747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8" name="Groupe 7427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7429" name="Rectangle 742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0" name="Rectangle 742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1" name="Rectangle 743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2" name="Rectangle 743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3" name="Rectangle 743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4" name="Rectangle 743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5" name="Rectangle 743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6" name="Rectangle 743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7" name="Rectangle 743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8" name="Rectangle 743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9" name="Rectangle 743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0" name="Rectangle 743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1" name="Rectangle 744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2" name="Rectangle 744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3" name="Rectangle 744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4" name="Rectangle 744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5" name="Rectangle 744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6" name="Rectangle 744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7" name="Rectangle 744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8" name="Rectangle 744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9" name="Rectangle 744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0" name="Rectangle 744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1" name="Rectangle 745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2" name="Rectangle 745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3" name="Rectangle 745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4" name="Rectangle 745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7741" name="Groupe 7740"/>
          <p:cNvGrpSpPr/>
          <p:nvPr userDrawn="1"/>
        </p:nvGrpSpPr>
        <p:grpSpPr>
          <a:xfrm>
            <a:off x="778021" y="3877747"/>
            <a:ext cx="10793490" cy="900000"/>
            <a:chOff x="577340" y="118070"/>
            <a:chExt cx="10793490" cy="979831"/>
          </a:xfrm>
        </p:grpSpPr>
        <p:grpSp>
          <p:nvGrpSpPr>
            <p:cNvPr id="7742" name="Groupe 774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8040" name="Rectangle 803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1" name="Rectangle 804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2" name="Rectangle 804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3" name="Rectangle 804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4" name="Rectangle 804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5" name="Rectangle 804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6" name="Rectangle 804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7" name="Rectangle 804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8" name="Rectangle 804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9" name="Rectangle 804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0" name="Rectangle 804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1" name="Rectangle 805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2" name="Rectangle 805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3" name="Rectangle 805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4" name="Rectangle 805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5" name="Rectangle 805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6" name="Rectangle 805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7" name="Rectangle 805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8" name="Rectangle 805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9" name="Rectangle 805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0" name="Rectangle 805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1" name="Rectangle 806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2" name="Rectangle 806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3" name="Rectangle 806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4" name="Rectangle 806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5" name="Rectangle 806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3" name="Groupe 7742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8014" name="Rectangle 801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5" name="Rectangle 801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6" name="Rectangle 801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7" name="Rectangle 801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8" name="Rectangle 801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9" name="Rectangle 801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0" name="Rectangle 801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1" name="Rectangle 802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2" name="Rectangle 802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3" name="Rectangle 802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4" name="Rectangle 802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5" name="Rectangle 802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6" name="Rectangle 802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7" name="Rectangle 802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8" name="Rectangle 802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9" name="Rectangle 802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0" name="Rectangle 802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1" name="Rectangle 803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2" name="Rectangle 803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3" name="Rectangle 803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4" name="Rectangle 803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5" name="Rectangle 803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6" name="Rectangle 803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7" name="Rectangle 803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8" name="Rectangle 803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9" name="Rectangle 803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4" name="Groupe 7743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7988" name="Rectangle 798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9" name="Rectangle 798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0" name="Rectangle 798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1" name="Rectangle 799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2" name="Rectangle 799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3" name="Rectangle 799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4" name="Rectangle 799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5" name="Rectangle 799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6" name="Rectangle 799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7" name="Rectangle 799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8" name="Rectangle 799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9" name="Rectangle 799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0" name="Rectangle 799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1" name="Rectangle 800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2" name="Rectangle 800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3" name="Rectangle 800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4" name="Rectangle 800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5" name="Rectangle 800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6" name="Rectangle 800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7" name="Rectangle 800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8" name="Rectangle 800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9" name="Rectangle 800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0" name="Rectangle 800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1" name="Rectangle 801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2" name="Rectangle 801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3" name="Rectangle 801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5" name="Groupe 7744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7962" name="Rectangle 796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3" name="Rectangle 796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4" name="Rectangle 796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5" name="Rectangle 796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6" name="Rectangle 796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7" name="Rectangle 796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8" name="Rectangle 796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9" name="Rectangle 796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0" name="Rectangle 796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1" name="Rectangle 797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2" name="Rectangle 797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3" name="Rectangle 797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4" name="Rectangle 797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5" name="Rectangle 797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6" name="Rectangle 797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7" name="Rectangle 797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8" name="Rectangle 797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9" name="Rectangle 797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0" name="Rectangle 797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1" name="Rectangle 798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2" name="Rectangle 798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3" name="Rectangle 798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4" name="Rectangle 798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5" name="Rectangle 798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6" name="Rectangle 798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7" name="Rectangle 798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6" name="Groupe 7745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7936" name="Rectangle 793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7" name="Rectangle 793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8" name="Rectangle 793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9" name="Rectangle 793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0" name="Rectangle 793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1" name="Rectangle 794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2" name="Rectangle 794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3" name="Rectangle 794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4" name="Rectangle 794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5" name="Rectangle 794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6" name="Rectangle 794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7" name="Rectangle 794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8" name="Rectangle 794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9" name="Rectangle 794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0" name="Rectangle 794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1" name="Rectangle 795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2" name="Rectangle 795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3" name="Rectangle 795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4" name="Rectangle 795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5" name="Rectangle 795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6" name="Rectangle 795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7" name="Rectangle 795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8" name="Rectangle 795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9" name="Rectangle 795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0" name="Rectangle 795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1" name="Rectangle 796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7" name="Groupe 7746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7910" name="Rectangle 790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1" name="Rectangle 791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2" name="Rectangle 791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3" name="Rectangle 791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4" name="Rectangle 791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5" name="Rectangle 791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6" name="Rectangle 791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7" name="Rectangle 791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8" name="Rectangle 791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9" name="Rectangle 791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0" name="Rectangle 791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1" name="Rectangle 792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2" name="Rectangle 792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3" name="Rectangle 792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4" name="Rectangle 792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5" name="Rectangle 792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6" name="Rectangle 792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7" name="Rectangle 792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8" name="Rectangle 792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9" name="Rectangle 792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0" name="Rectangle 792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1" name="Rectangle 793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2" name="Rectangle 793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3" name="Rectangle 793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4" name="Rectangle 793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5" name="Rectangle 793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8" name="Groupe 7747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7884" name="Rectangle 788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5" name="Rectangle 788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6" name="Rectangle 788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7" name="Rectangle 788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8" name="Rectangle 788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9" name="Rectangle 788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0" name="Rectangle 788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1" name="Rectangle 789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2" name="Rectangle 789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3" name="Rectangle 789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4" name="Rectangle 789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5" name="Rectangle 789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6" name="Rectangle 789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7" name="Rectangle 789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8" name="Rectangle 789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9" name="Rectangle 789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0" name="Rectangle 789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1" name="Rectangle 790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2" name="Rectangle 790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3" name="Rectangle 790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4" name="Rectangle 790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5" name="Rectangle 790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6" name="Rectangle 790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7" name="Rectangle 790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8" name="Rectangle 790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9" name="Rectangle 790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9" name="Groupe 774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7858" name="Rectangle 785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9" name="Rectangle 785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0" name="Rectangle 785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1" name="Rectangle 786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2" name="Rectangle 786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3" name="Rectangle 786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4" name="Rectangle 786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5" name="Rectangle 786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6" name="Rectangle 786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7" name="Rectangle 786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8" name="Rectangle 786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9" name="Rectangle 786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0" name="Rectangle 786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1" name="Rectangle 787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2" name="Rectangle 787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3" name="Rectangle 787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4" name="Rectangle 787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5" name="Rectangle 787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6" name="Rectangle 787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7" name="Rectangle 787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8" name="Rectangle 787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9" name="Rectangle 787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0" name="Rectangle 787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1" name="Rectangle 788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2" name="Rectangle 788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3" name="Rectangle 788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0" name="Groupe 7749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7832" name="Rectangle 783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3" name="Rectangle 783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4" name="Rectangle 783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5" name="Rectangle 783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6" name="Rectangle 783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7" name="Rectangle 783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8" name="Rectangle 783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9" name="Rectangle 783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0" name="Rectangle 783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1" name="Rectangle 784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2" name="Rectangle 784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3" name="Rectangle 784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4" name="Rectangle 784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5" name="Rectangle 784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6" name="Rectangle 784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7" name="Rectangle 784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8" name="Rectangle 784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9" name="Rectangle 784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0" name="Rectangle 784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1" name="Rectangle 785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2" name="Rectangle 785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3" name="Rectangle 785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4" name="Rectangle 785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5" name="Rectangle 785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6" name="Rectangle 785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7" name="Rectangle 785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1" name="Groupe 7750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7806" name="Rectangle 780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7" name="Rectangle 780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8" name="Rectangle 780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9" name="Rectangle 780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0" name="Rectangle 780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1" name="Rectangle 781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2" name="Rectangle 781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3" name="Rectangle 781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4" name="Rectangle 781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5" name="Rectangle 781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6" name="Rectangle 781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7" name="Rectangle 781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8" name="Rectangle 781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9" name="Rectangle 781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0" name="Rectangle 781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1" name="Rectangle 782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2" name="Rectangle 782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3" name="Rectangle 782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4" name="Rectangle 782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5" name="Rectangle 782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6" name="Rectangle 782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7" name="Rectangle 782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8" name="Rectangle 782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9" name="Rectangle 782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0" name="Rectangle 782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1" name="Rectangle 783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2" name="Groupe 7751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7780" name="Rectangle 777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1" name="Rectangle 778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2" name="Rectangle 778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3" name="Rectangle 778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4" name="Rectangle 778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5" name="Rectangle 778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6" name="Rectangle 778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7" name="Rectangle 778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8" name="Rectangle 778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9" name="Rectangle 778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0" name="Rectangle 778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1" name="Rectangle 779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2" name="Rectangle 779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3" name="Rectangle 779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4" name="Rectangle 779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5" name="Rectangle 779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6" name="Rectangle 779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7" name="Rectangle 779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8" name="Rectangle 779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9" name="Rectangle 779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0" name="Rectangle 779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1" name="Rectangle 780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2" name="Rectangle 780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3" name="Rectangle 780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4" name="Rectangle 780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5" name="Rectangle 780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3" name="Groupe 7752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7754" name="Rectangle 775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5" name="Rectangle 775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6" name="Rectangle 775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7" name="Rectangle 775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8" name="Rectangle 775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9" name="Rectangle 775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0" name="Rectangle 775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1" name="Rectangle 776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2" name="Rectangle 776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3" name="Rectangle 776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4" name="Rectangle 776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5" name="Rectangle 776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6" name="Rectangle 776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7" name="Rectangle 776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8" name="Rectangle 776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9" name="Rectangle 776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0" name="Rectangle 776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1" name="Rectangle 777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2" name="Rectangle 777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3" name="Rectangle 777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4" name="Rectangle 777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5" name="Rectangle 777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6" name="Rectangle 777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7" name="Rectangle 777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8" name="Rectangle 777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9" name="Rectangle 777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8066" name="Groupe 8065"/>
          <p:cNvGrpSpPr/>
          <p:nvPr userDrawn="1"/>
        </p:nvGrpSpPr>
        <p:grpSpPr>
          <a:xfrm>
            <a:off x="778021" y="4777746"/>
            <a:ext cx="10793490" cy="900000"/>
            <a:chOff x="577340" y="118070"/>
            <a:chExt cx="10793490" cy="979831"/>
          </a:xfrm>
        </p:grpSpPr>
        <p:grpSp>
          <p:nvGrpSpPr>
            <p:cNvPr id="8067" name="Groupe 8066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8365" name="Rectangle 836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6" name="Rectangle 836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7" name="Rectangle 836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8" name="Rectangle 836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9" name="Rectangle 836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0" name="Rectangle 836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1" name="Rectangle 837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2" name="Rectangle 837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3" name="Rectangle 837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4" name="Rectangle 837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5" name="Rectangle 837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6" name="Rectangle 837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7" name="Rectangle 837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8" name="Rectangle 837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9" name="Rectangle 837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0" name="Rectangle 837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1" name="Rectangle 838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2" name="Rectangle 838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3" name="Rectangle 838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4" name="Rectangle 838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5" name="Rectangle 838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6" name="Rectangle 838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7" name="Rectangle 838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8" name="Rectangle 838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9" name="Rectangle 838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90" name="Rectangle 838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68" name="Groupe 8067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8339" name="Rectangle 833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0" name="Rectangle 833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1" name="Rectangle 834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2" name="Rectangle 834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3" name="Rectangle 834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4" name="Rectangle 834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5" name="Rectangle 834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6" name="Rectangle 834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7" name="Rectangle 834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8" name="Rectangle 834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9" name="Rectangle 834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0" name="Rectangle 834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1" name="Rectangle 835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2" name="Rectangle 835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3" name="Rectangle 835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4" name="Rectangle 835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5" name="Rectangle 835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6" name="Rectangle 835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7" name="Rectangle 835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8" name="Rectangle 835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9" name="Rectangle 835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0" name="Rectangle 835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1" name="Rectangle 836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2" name="Rectangle 836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3" name="Rectangle 836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4" name="Rectangle 836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69" name="Groupe 8068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8313" name="Rectangle 831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4" name="Rectangle 831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5" name="Rectangle 831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6" name="Rectangle 831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7" name="Rectangle 831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8" name="Rectangle 831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9" name="Rectangle 831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0" name="Rectangle 831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1" name="Rectangle 832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2" name="Rectangle 832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3" name="Rectangle 832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4" name="Rectangle 832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5" name="Rectangle 832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6" name="Rectangle 832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7" name="Rectangle 832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8" name="Rectangle 832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9" name="Rectangle 832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0" name="Rectangle 832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1" name="Rectangle 833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2" name="Rectangle 833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3" name="Rectangle 833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4" name="Rectangle 833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5" name="Rectangle 833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6" name="Rectangle 833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7" name="Rectangle 833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8" name="Rectangle 833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0" name="Groupe 8069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8287" name="Rectangle 828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8" name="Rectangle 828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9" name="Rectangle 828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0" name="Rectangle 828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1" name="Rectangle 829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2" name="Rectangle 829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3" name="Rectangle 829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4" name="Rectangle 829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5" name="Rectangle 829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6" name="Rectangle 829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7" name="Rectangle 829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8" name="Rectangle 829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9" name="Rectangle 829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0" name="Rectangle 829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1" name="Rectangle 830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2" name="Rectangle 830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3" name="Rectangle 830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4" name="Rectangle 830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5" name="Rectangle 830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6" name="Rectangle 830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7" name="Rectangle 830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8" name="Rectangle 830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9" name="Rectangle 830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0" name="Rectangle 830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1" name="Rectangle 831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2" name="Rectangle 831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1" name="Groupe 8070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8261" name="Rectangle 826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2" name="Rectangle 826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3" name="Rectangle 826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4" name="Rectangle 826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5" name="Rectangle 826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6" name="Rectangle 826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7" name="Rectangle 826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8" name="Rectangle 826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9" name="Rectangle 826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0" name="Rectangle 826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1" name="Rectangle 827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2" name="Rectangle 827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3" name="Rectangle 827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4" name="Rectangle 827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5" name="Rectangle 827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6" name="Rectangle 827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7" name="Rectangle 827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8" name="Rectangle 827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9" name="Rectangle 827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0" name="Rectangle 827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1" name="Rectangle 828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2" name="Rectangle 828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3" name="Rectangle 828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4" name="Rectangle 828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5" name="Rectangle 828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6" name="Rectangle 828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2" name="Groupe 8071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8235" name="Rectangle 823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6" name="Rectangle 823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7" name="Rectangle 823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8" name="Rectangle 823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9" name="Rectangle 823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0" name="Rectangle 823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1" name="Rectangle 824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2" name="Rectangle 824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3" name="Rectangle 824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4" name="Rectangle 824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5" name="Rectangle 824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6" name="Rectangle 824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7" name="Rectangle 824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8" name="Rectangle 824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9" name="Rectangle 824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0" name="Rectangle 824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1" name="Rectangle 825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2" name="Rectangle 825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3" name="Rectangle 825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4" name="Rectangle 825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5" name="Rectangle 825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6" name="Rectangle 825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7" name="Rectangle 825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8" name="Rectangle 825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9" name="Rectangle 825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0" name="Rectangle 825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3" name="Groupe 8072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8209" name="Rectangle 820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0" name="Rectangle 820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1" name="Rectangle 821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2" name="Rectangle 821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3" name="Rectangle 821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4" name="Rectangle 821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5" name="Rectangle 821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6" name="Rectangle 821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7" name="Rectangle 821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8" name="Rectangle 821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9" name="Rectangle 821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0" name="Rectangle 821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1" name="Rectangle 822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2" name="Rectangle 822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3" name="Rectangle 822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4" name="Rectangle 822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5" name="Rectangle 822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6" name="Rectangle 822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7" name="Rectangle 822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8" name="Rectangle 822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9" name="Rectangle 822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0" name="Rectangle 822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1" name="Rectangle 823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2" name="Rectangle 823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3" name="Rectangle 823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4" name="Rectangle 823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4" name="Groupe 8073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8183" name="Rectangle 818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4" name="Rectangle 818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5" name="Rectangle 818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6" name="Rectangle 818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7" name="Rectangle 818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8" name="Rectangle 818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9" name="Rectangle 818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0" name="Rectangle 818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1" name="Rectangle 819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2" name="Rectangle 819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3" name="Rectangle 819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4" name="Rectangle 819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5" name="Rectangle 819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6" name="Rectangle 819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7" name="Rectangle 819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8" name="Rectangle 819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9" name="Rectangle 819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0" name="Rectangle 819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1" name="Rectangle 820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2" name="Rectangle 820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3" name="Rectangle 820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4" name="Rectangle 820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5" name="Rectangle 820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6" name="Rectangle 820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7" name="Rectangle 820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8" name="Rectangle 820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5" name="Groupe 8074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8157" name="Rectangle 815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8" name="Rectangle 815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9" name="Rectangle 815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0" name="Rectangle 815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1" name="Rectangle 816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2" name="Rectangle 816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3" name="Rectangle 816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4" name="Rectangle 816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5" name="Rectangle 816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6" name="Rectangle 816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7" name="Rectangle 816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8" name="Rectangle 816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9" name="Rectangle 816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0" name="Rectangle 816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1" name="Rectangle 817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2" name="Rectangle 817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3" name="Rectangle 817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4" name="Rectangle 817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5" name="Rectangle 817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6" name="Rectangle 817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7" name="Rectangle 817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8" name="Rectangle 817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9" name="Rectangle 817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0" name="Rectangle 817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1" name="Rectangle 818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2" name="Rectangle 818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6" name="Groupe 8075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8131" name="Rectangle 813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2" name="Rectangle 813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3" name="Rectangle 813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4" name="Rectangle 813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5" name="Rectangle 813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6" name="Rectangle 813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7" name="Rectangle 813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8" name="Rectangle 813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9" name="Rectangle 813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0" name="Rectangle 813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1" name="Rectangle 814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2" name="Rectangle 814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3" name="Rectangle 814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4" name="Rectangle 814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5" name="Rectangle 814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6" name="Rectangle 814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7" name="Rectangle 814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8" name="Rectangle 814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9" name="Rectangle 814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0" name="Rectangle 814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1" name="Rectangle 815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2" name="Rectangle 815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3" name="Rectangle 815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4" name="Rectangle 815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5" name="Rectangle 815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6" name="Rectangle 815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7" name="Groupe 8076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8105" name="Rectangle 810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6" name="Rectangle 810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7" name="Rectangle 810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8" name="Rectangle 810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9" name="Rectangle 810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0" name="Rectangle 810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1" name="Rectangle 811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2" name="Rectangle 811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3" name="Rectangle 811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4" name="Rectangle 811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5" name="Rectangle 811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6" name="Rectangle 811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7" name="Rectangle 811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8" name="Rectangle 811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9" name="Rectangle 811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0" name="Rectangle 811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1" name="Rectangle 812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2" name="Rectangle 812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3" name="Rectangle 812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4" name="Rectangle 812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5" name="Rectangle 812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6" name="Rectangle 812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7" name="Rectangle 812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8" name="Rectangle 812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9" name="Rectangle 812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0" name="Rectangle 812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8" name="Groupe 8077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8079" name="Rectangle 807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0" name="Rectangle 807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1" name="Rectangle 808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2" name="Rectangle 808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3" name="Rectangle 808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4" name="Rectangle 808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5" name="Rectangle 808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6" name="Rectangle 808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7" name="Rectangle 808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8" name="Rectangle 808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9" name="Rectangle 808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0" name="Rectangle 808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1" name="Rectangle 809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2" name="Rectangle 809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3" name="Rectangle 809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4" name="Rectangle 809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5" name="Rectangle 809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6" name="Rectangle 809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7" name="Rectangle 809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8" name="Rectangle 809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9" name="Rectangle 809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0" name="Rectangle 809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1" name="Rectangle 810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2" name="Rectangle 810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3" name="Rectangle 810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4" name="Rectangle 810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8391" name="Groupe 8390"/>
          <p:cNvGrpSpPr/>
          <p:nvPr userDrawn="1"/>
        </p:nvGrpSpPr>
        <p:grpSpPr>
          <a:xfrm>
            <a:off x="778021" y="5671551"/>
            <a:ext cx="10793490" cy="900000"/>
            <a:chOff x="577340" y="118070"/>
            <a:chExt cx="10793490" cy="979831"/>
          </a:xfrm>
        </p:grpSpPr>
        <p:grpSp>
          <p:nvGrpSpPr>
            <p:cNvPr id="8392" name="Groupe 839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8690" name="Rectangle 868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1" name="Rectangle 869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2" name="Rectangle 869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3" name="Rectangle 869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4" name="Rectangle 869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5" name="Rectangle 869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6" name="Rectangle 869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7" name="Rectangle 869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8" name="Rectangle 869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9" name="Rectangle 869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0" name="Rectangle 869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1" name="Rectangle 870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2" name="Rectangle 870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3" name="Rectangle 870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4" name="Rectangle 870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5" name="Rectangle 870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6" name="Rectangle 870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7" name="Rectangle 870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8" name="Rectangle 870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9" name="Rectangle 870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0" name="Rectangle 870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1" name="Rectangle 871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2" name="Rectangle 871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3" name="Rectangle 871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4" name="Rectangle 871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5" name="Rectangle 871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3" name="Groupe 8392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8664" name="Rectangle 866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5" name="Rectangle 866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6" name="Rectangle 866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7" name="Rectangle 866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8" name="Rectangle 866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9" name="Rectangle 866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0" name="Rectangle 866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1" name="Rectangle 867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2" name="Rectangle 867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3" name="Rectangle 867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4" name="Rectangle 867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5" name="Rectangle 867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6" name="Rectangle 867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7" name="Rectangle 867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8" name="Rectangle 867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9" name="Rectangle 867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0" name="Rectangle 867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1" name="Rectangle 868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2" name="Rectangle 868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3" name="Rectangle 868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4" name="Rectangle 868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5" name="Rectangle 868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6" name="Rectangle 868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7" name="Rectangle 868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8" name="Rectangle 868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9" name="Rectangle 868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4" name="Groupe 8393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8638" name="Rectangle 863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9" name="Rectangle 863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0" name="Rectangle 863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1" name="Rectangle 864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2" name="Rectangle 864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3" name="Rectangle 864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4" name="Rectangle 864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5" name="Rectangle 864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6" name="Rectangle 864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7" name="Rectangle 864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8" name="Rectangle 864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9" name="Rectangle 864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0" name="Rectangle 864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1" name="Rectangle 865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2" name="Rectangle 865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3" name="Rectangle 865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4" name="Rectangle 865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5" name="Rectangle 865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6" name="Rectangle 865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7" name="Rectangle 865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8" name="Rectangle 865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9" name="Rectangle 865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0" name="Rectangle 865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1" name="Rectangle 866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2" name="Rectangle 866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3" name="Rectangle 866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5" name="Groupe 8394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8612" name="Rectangle 861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3" name="Rectangle 861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4" name="Rectangle 861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5" name="Rectangle 861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6" name="Rectangle 861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7" name="Rectangle 861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8" name="Rectangle 861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9" name="Rectangle 861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0" name="Rectangle 861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1" name="Rectangle 862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2" name="Rectangle 862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3" name="Rectangle 862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4" name="Rectangle 862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5" name="Rectangle 862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6" name="Rectangle 862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7" name="Rectangle 862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8" name="Rectangle 862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9" name="Rectangle 862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0" name="Rectangle 862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1" name="Rectangle 863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2" name="Rectangle 863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3" name="Rectangle 863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4" name="Rectangle 863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5" name="Rectangle 863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6" name="Rectangle 863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7" name="Rectangle 863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6" name="Groupe 8395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8586" name="Rectangle 858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7" name="Rectangle 858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8" name="Rectangle 858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9" name="Rectangle 858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0" name="Rectangle 858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1" name="Rectangle 859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2" name="Rectangle 859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3" name="Rectangle 859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4" name="Rectangle 859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5" name="Rectangle 859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6" name="Rectangle 859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7" name="Rectangle 859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8" name="Rectangle 859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9" name="Rectangle 859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0" name="Rectangle 859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1" name="Rectangle 860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2" name="Rectangle 860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3" name="Rectangle 860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4" name="Rectangle 860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5" name="Rectangle 860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6" name="Rectangle 860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7" name="Rectangle 860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8" name="Rectangle 860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9" name="Rectangle 860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0" name="Rectangle 860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1" name="Rectangle 861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7" name="Groupe 8396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8560" name="Rectangle 855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1" name="Rectangle 856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2" name="Rectangle 856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3" name="Rectangle 856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4" name="Rectangle 856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5" name="Rectangle 856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6" name="Rectangle 856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7" name="Rectangle 856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8" name="Rectangle 856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9" name="Rectangle 856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0" name="Rectangle 856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1" name="Rectangle 857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2" name="Rectangle 857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3" name="Rectangle 857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4" name="Rectangle 857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5" name="Rectangle 857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6" name="Rectangle 857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7" name="Rectangle 857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8" name="Rectangle 857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9" name="Rectangle 857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0" name="Rectangle 857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1" name="Rectangle 858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2" name="Rectangle 858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3" name="Rectangle 858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4" name="Rectangle 858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5" name="Rectangle 858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8" name="Groupe 8397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8534" name="Rectangle 853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5" name="Rectangle 853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6" name="Rectangle 853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7" name="Rectangle 853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8" name="Rectangle 853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9" name="Rectangle 853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0" name="Rectangle 853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1" name="Rectangle 854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2" name="Rectangle 854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3" name="Rectangle 854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4" name="Rectangle 854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5" name="Rectangle 854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6" name="Rectangle 854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7" name="Rectangle 854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8" name="Rectangle 854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9" name="Rectangle 854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0" name="Rectangle 854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1" name="Rectangle 855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2" name="Rectangle 855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3" name="Rectangle 855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4" name="Rectangle 855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5" name="Rectangle 855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6" name="Rectangle 855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7" name="Rectangle 855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8" name="Rectangle 855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9" name="Rectangle 855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9" name="Groupe 839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8508" name="Rectangle 850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9" name="Rectangle 850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0" name="Rectangle 850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1" name="Rectangle 851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2" name="Rectangle 851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3" name="Rectangle 851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4" name="Rectangle 851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5" name="Rectangle 851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6" name="Rectangle 851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7" name="Rectangle 851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8" name="Rectangle 851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9" name="Rectangle 851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0" name="Rectangle 851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1" name="Rectangle 852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2" name="Rectangle 852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3" name="Rectangle 852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4" name="Rectangle 852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5" name="Rectangle 852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6" name="Rectangle 852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7" name="Rectangle 852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8" name="Rectangle 852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9" name="Rectangle 852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0" name="Rectangle 852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1" name="Rectangle 853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2" name="Rectangle 853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3" name="Rectangle 853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0" name="Groupe 8399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8482" name="Rectangle 848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3" name="Rectangle 848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4" name="Rectangle 848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5" name="Rectangle 848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6" name="Rectangle 848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7" name="Rectangle 848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8" name="Rectangle 848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9" name="Rectangle 848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0" name="Rectangle 848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1" name="Rectangle 849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2" name="Rectangle 849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3" name="Rectangle 849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4" name="Rectangle 849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5" name="Rectangle 849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6" name="Rectangle 849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7" name="Rectangle 849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8" name="Rectangle 849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9" name="Rectangle 849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0" name="Rectangle 849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1" name="Rectangle 850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2" name="Rectangle 850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3" name="Rectangle 850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4" name="Rectangle 850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5" name="Rectangle 850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6" name="Rectangle 850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7" name="Rectangle 850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1" name="Groupe 8400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8456" name="Rectangle 845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7" name="Rectangle 845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8" name="Rectangle 845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9" name="Rectangle 845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0" name="Rectangle 845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1" name="Rectangle 846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2" name="Rectangle 846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3" name="Rectangle 846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4" name="Rectangle 846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5" name="Rectangle 846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6" name="Rectangle 846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7" name="Rectangle 846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8" name="Rectangle 846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9" name="Rectangle 846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0" name="Rectangle 846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1" name="Rectangle 847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2" name="Rectangle 847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3" name="Rectangle 847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4" name="Rectangle 847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5" name="Rectangle 847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6" name="Rectangle 847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7" name="Rectangle 847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8" name="Rectangle 847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9" name="Rectangle 847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0" name="Rectangle 847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1" name="Rectangle 848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2" name="Groupe 8401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8430" name="Rectangle 842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1" name="Rectangle 843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2" name="Rectangle 843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3" name="Rectangle 843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4" name="Rectangle 843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5" name="Rectangle 843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6" name="Rectangle 843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7" name="Rectangle 843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8" name="Rectangle 843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9" name="Rectangle 843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0" name="Rectangle 843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1" name="Rectangle 844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2" name="Rectangle 844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3" name="Rectangle 844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4" name="Rectangle 844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5" name="Rectangle 844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6" name="Rectangle 844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7" name="Rectangle 844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8" name="Rectangle 844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9" name="Rectangle 844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0" name="Rectangle 844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1" name="Rectangle 845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2" name="Rectangle 845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3" name="Rectangle 845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4" name="Rectangle 845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5" name="Rectangle 845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3" name="Groupe 8402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8404" name="Rectangle 840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5" name="Rectangle 840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6" name="Rectangle 840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7" name="Rectangle 840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8" name="Rectangle 840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9" name="Rectangle 840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0" name="Rectangle 840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1" name="Rectangle 841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2" name="Rectangle 841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3" name="Rectangle 841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4" name="Rectangle 841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5" name="Rectangle 841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6" name="Rectangle 841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7" name="Rectangle 841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8" name="Rectangle 841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9" name="Rectangle 841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0" name="Rectangle 841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1" name="Rectangle 842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2" name="Rectangle 842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3" name="Rectangle 842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4" name="Rectangle 842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5" name="Rectangle 842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6" name="Rectangle 842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7" name="Rectangle 842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8" name="Rectangle 842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9" name="Rectangle 842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sp>
        <p:nvSpPr>
          <p:cNvPr id="7" name="Rectangle 6"/>
          <p:cNvSpPr/>
          <p:nvPr userDrawn="1"/>
        </p:nvSpPr>
        <p:spPr>
          <a:xfrm>
            <a:off x="7970520" y="5146766"/>
            <a:ext cx="3594463" cy="1421673"/>
          </a:xfrm>
          <a:prstGeom prst="rect">
            <a:avLst/>
          </a:prstGeom>
          <a:noFill/>
          <a:ln w="28575">
            <a:solidFill>
              <a:srgbClr val="FFFFFF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716" name="Rectangle 8715"/>
          <p:cNvSpPr/>
          <p:nvPr userDrawn="1"/>
        </p:nvSpPr>
        <p:spPr>
          <a:xfrm>
            <a:off x="782320" y="294640"/>
            <a:ext cx="10782663" cy="6273799"/>
          </a:xfrm>
          <a:prstGeom prst="rect">
            <a:avLst/>
          </a:prstGeom>
          <a:noFill/>
          <a:ln w="28575">
            <a:solidFill>
              <a:srgbClr val="FFFFFF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74550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EE693-BCF4-48D7-A2B0-56FD0A713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6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C4D9E-B983-4CE3-936E-209BE0466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26F4C-A6EA-4F24-9E4F-B6ABCA768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25158-B9AF-49CA-9DE0-F889047A6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15310-27A2-465A-AF54-1214D1C6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17637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FB80387-6204-02CB-8272-82F311815CFE}"/>
              </a:ext>
            </a:extLst>
          </p:cNvPr>
          <p:cNvSpPr/>
          <p:nvPr userDrawn="1"/>
        </p:nvSpPr>
        <p:spPr>
          <a:xfrm>
            <a:off x="0" y="-27432"/>
            <a:ext cx="5006898" cy="6721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0F47A5-8138-4329-B170-D7C28B3FD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2352" y="433486"/>
            <a:ext cx="6051394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4BF7F-BB80-4F7B-A52D-68EA93A70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02351" y="3429000"/>
            <a:ext cx="6051393" cy="255001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8446B-E14D-42AC-AAF0-7B9558AB9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9950-B733-4ACC-8A2E-7B3D9C3E1375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CDE79-9FE1-436F-A021-6A1EA843A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53E64-3475-428D-8926-CDDF8C366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7417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7F646-A9FB-4A93-8A9B-46DFBD974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4751-BA14-45E8-BCED-91E7AF87E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258A8-CC33-437B-8DCF-27B419AFA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46D14-D529-4E54-9E51-16AE703BB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6B62-8D56-4B60-80AA-0809324CF4C8}" type="datetime1">
              <a:rPr lang="fr-CH" smtClean="0"/>
              <a:t>10.11.2025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4E879-7EF1-4667-B24D-6D591C30D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B0638-B95A-4907-9548-42F7288C5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53527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4A655-9569-4DC1-90B1-EA5F4DFF1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99532-B16E-4262-93AB-DA9591C53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30E7BC-1050-43D6-AD7F-9DA4614A3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690C07-1B6F-47EA-B185-9B87385C69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E861E-D731-44D6-99C1-0C29D4D8DD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0E5516-B71D-4777-BD7E-34367A193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E4A1-8973-4E31-912A-AE7B9002F71C}" type="datetime1">
              <a:rPr lang="fr-CH" smtClean="0"/>
              <a:t>10.11.2025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342FC4-7CCA-4987-B401-0D3E9EFB5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EDA39A-2D00-49C3-9E0D-81ADACA7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10887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F6FFE-96D9-4B34-AEC1-E6E432A54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38A47B-348E-4902-A87A-5EAEB9AE8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A360E-15A7-4124-8C47-0E1CAA663EE5}" type="datetime1">
              <a:rPr lang="fr-CH" smtClean="0"/>
              <a:t>10.11.2025</a:t>
            </a:fld>
            <a:endParaRPr lang="fr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8803C-BEDB-4D78-950D-026F72A3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495347-B981-4BE4-8FD5-E37C83D9D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17253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CB548C2-6056-48FA-CA0F-1E89E3CC61AB}"/>
              </a:ext>
            </a:extLst>
          </p:cNvPr>
          <p:cNvSpPr/>
          <p:nvPr userDrawn="1"/>
        </p:nvSpPr>
        <p:spPr>
          <a:xfrm>
            <a:off x="1985847" y="769434"/>
            <a:ext cx="8220307" cy="5263376"/>
          </a:xfrm>
          <a:prstGeom prst="rect">
            <a:avLst/>
          </a:prstGeom>
          <a:solidFill>
            <a:srgbClr val="B5676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CD1A69-7E2E-412F-8ABF-C8274AE3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07751" y="0"/>
            <a:ext cx="2743200" cy="365125"/>
          </a:xfrm>
        </p:spPr>
        <p:txBody>
          <a:bodyPr/>
          <a:lstStyle/>
          <a:p>
            <a:fld id="{56521061-0D93-4B81-83F1-CB9B8348BCE1}" type="datetime1">
              <a:rPr lang="fr-CH" smtClean="0"/>
              <a:t>10.11.2025</a:t>
            </a:fld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2C82F-D3B0-4913-8738-1BE63A85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58BDA6-52D9-C1EB-6227-61C9369D9049}"/>
              </a:ext>
            </a:extLst>
          </p:cNvPr>
          <p:cNvSpPr/>
          <p:nvPr userDrawn="1"/>
        </p:nvSpPr>
        <p:spPr>
          <a:xfrm>
            <a:off x="1546303" y="1067649"/>
            <a:ext cx="9099395" cy="1115122"/>
          </a:xfrm>
          <a:prstGeom prst="rect">
            <a:avLst/>
          </a:prstGeom>
          <a:solidFill>
            <a:srgbClr val="D3BCB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CH" sz="5600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aytona Light" panose="020B0604020202020204" pitchFamily="34" charset="0"/>
                <a:cs typeface="Helvetica" panose="020B0604020202020204" pitchFamily="34" charset="0"/>
              </a:rPr>
              <a:t>LE PROBLÈME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921C8FD-113E-8BFB-A142-B44E3B292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29138" y="2297150"/>
            <a:ext cx="8196788" cy="3409563"/>
          </a:xfrm>
        </p:spPr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C1E8FF-F703-137A-1F3B-552D8AD97F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86200" y="6356350"/>
            <a:ext cx="4441825" cy="365125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2306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CD1A69-7E2E-412F-8ABF-C8274AE3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6DC1A-D182-42A9-B8B5-3B898D32CB50}" type="datetime1">
              <a:rPr lang="fr-CH" smtClean="0"/>
              <a:t>10.11.2025</a:t>
            </a:fld>
            <a:endParaRPr lang="fr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61DFA6-2D7D-48AB-895A-E117810E4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2C82F-D3B0-4913-8738-1BE63A85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22572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7EF89-D126-4FE9-A85E-FC417B63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F461E-3D4A-4F92-997C-9E6D7D88C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1EF0B-176D-4351-A2A2-7CB8BACC1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9F0C0-4F88-4D64-93D1-95E1C15F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FC7AB-CC60-49A6-B32D-7EF99A202370}" type="datetime1">
              <a:rPr lang="fr-CH" smtClean="0"/>
              <a:t>10.11.2025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75FB2-C8B7-48DC-BFAA-0D39A3DED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AD880-A5FE-415B-8EA9-FD08E1787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15178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D9679-CF50-46BE-8BDB-C7E61C307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E55319-8DC7-45B1-900D-E649D1B00B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E3FDFC-1E7F-4BE6-BCAF-A729CD625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A519E-41CD-4F53-9DD3-A6AC86BB5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B6F17-CB18-4F9A-8BBB-A8E031E4D57C}" type="datetime1">
              <a:rPr lang="fr-CH" smtClean="0"/>
              <a:t>10.11.2025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66A08-2B1A-43DF-ADB1-1DF388F1C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59EA7-AD92-4B24-88FA-6D02A7DED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04564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DABC7-1652-4289-8CE3-657D09F8D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5BAA7-152F-420A-9931-8814A3938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894CC-EF76-402A-AF0B-12E652843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30C0C-7588-4082-B618-69188074804F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9E598-A738-40DC-9C3D-744132410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8E74F-AF89-4196-BA57-A56C3FBA2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214465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877B9C-2A56-40C4-B057-6B40CD9E2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6C535A-CD0B-49C4-AB77-3104BF76B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1BACA-1163-4819-987F-037DDC49D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D6012-C93A-4CA8-B3EA-E261566241B5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DEBA2-F6BE-4147-A731-8805FB37C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A3B0E-5F75-49E1-A6FD-DDE0093C5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24307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5F7FA">
                <a:alpha val="89804"/>
              </a:srgbClr>
            </a:gs>
            <a:gs pos="100000">
              <a:srgbClr val="F5F7FA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E09ED7-AE38-4460-A0D6-A9B7118A4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219C7-FBDA-4B2A-B02F-17797A3D9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655C9-6EAC-4EDB-A742-619ED6F9E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accent6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356E8D19-C006-4054-B5E5-6DC5889B944F}" type="datetime1">
              <a:rPr lang="fr-CH" smtClean="0"/>
              <a:pPr/>
              <a:t>10.11.2025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EB6B0-18DC-4318-94C8-083DCC6177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accent6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D7902-F4A4-4E29-84B2-EE8B4E9C26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6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D8134CE5-34C2-4E1A-BD32-3DE8831B36D6}" type="slidenum">
              <a:rPr lang="fr-CH" smtClean="0"/>
              <a:pPr/>
              <a:t>‹N°›</a:t>
            </a:fld>
            <a:r>
              <a:rPr lang="fr-CH"/>
              <a:t>/Total</a:t>
            </a:r>
          </a:p>
        </p:txBody>
      </p:sp>
      <p:sp>
        <p:nvSpPr>
          <p:cNvPr id="8" name="PB">
            <a:extLst>
              <a:ext uri="{FF2B5EF4-FFF2-40B4-BE49-F238E27FC236}">
                <a16:creationId xmlns:a16="http://schemas.microsoft.com/office/drawing/2014/main" id="{1052F75B-C0EB-567D-73FC-C1B262D76770}"/>
              </a:ext>
            </a:extLst>
          </p:cNvPr>
          <p:cNvSpPr/>
          <p:nvPr userDrawn="1"/>
        </p:nvSpPr>
        <p:spPr>
          <a:xfrm>
            <a:off x="0" y="6702552"/>
            <a:ext cx="12192000" cy="292608"/>
          </a:xfrm>
          <a:prstGeom prst="rect">
            <a:avLst/>
          </a:prstGeom>
          <a:solidFill>
            <a:schemeClr val="tx1">
              <a:alpha val="3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7" name="Image 7">
            <a:extLst>
              <a:ext uri="{FF2B5EF4-FFF2-40B4-BE49-F238E27FC236}">
                <a16:creationId xmlns:a16="http://schemas.microsoft.com/office/drawing/2014/main" id="{3F0A1181-D7E7-B3DC-C56C-188A43C4CD6C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580786" y="2902192"/>
            <a:ext cx="1903346" cy="459519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F56A3F54-2B1D-63AD-E103-C28D42FEFD09}"/>
              </a:ext>
            </a:extLst>
          </p:cNvPr>
          <p:cNvCxnSpPr>
            <a:cxnSpLocks/>
          </p:cNvCxnSpPr>
          <p:nvPr userDrawn="1"/>
        </p:nvCxnSpPr>
        <p:spPr>
          <a:xfrm flipH="1">
            <a:off x="713361" y="365125"/>
            <a:ext cx="5195" cy="6249989"/>
          </a:xfrm>
          <a:prstGeom prst="line">
            <a:avLst/>
          </a:prstGeom>
          <a:ln w="19050" cap="rnd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2428D2-BBF5-61C6-C54D-89D900B9B794}"/>
              </a:ext>
            </a:extLst>
          </p:cNvPr>
          <p:cNvSpPr txBox="1"/>
          <p:nvPr userDrawn="1"/>
        </p:nvSpPr>
        <p:spPr>
          <a:xfrm rot="16200000">
            <a:off x="-421424" y="704741"/>
            <a:ext cx="1771434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fr-CH" sz="3600">
                <a:solidFill>
                  <a:schemeClr val="accent2">
                    <a:lumMod val="75000"/>
                  </a:schemeClr>
                </a:solidFill>
              </a:rPr>
              <a:t>183</a:t>
            </a:r>
          </a:p>
        </p:txBody>
      </p:sp>
    </p:spTree>
    <p:extLst>
      <p:ext uri="{BB962C8B-B14F-4D97-AF65-F5344CB8AC3E}">
        <p14:creationId xmlns:p14="http://schemas.microsoft.com/office/powerpoint/2010/main" val="6618220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62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600" b="1" kern="1200">
          <a:solidFill>
            <a:srgbClr val="004595"/>
          </a:solidFill>
          <a:effectLst/>
          <a:latin typeface="Century Gothic" panose="020B0502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ryptool.org/en/cto/openssl" TargetMode="Externa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ryptool.org/en/cto/openssl" TargetMode="Externa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jwt.io/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npmjs.com/package/jsonwebtoken" TargetMode="Externa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>
                <a:solidFill>
                  <a:srgbClr val="004595"/>
                </a:solidFill>
              </a:rPr>
              <a:t>Authentification</a:t>
            </a:r>
            <a:endParaRPr lang="fr-CH" b="1" dirty="0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r>
              <a:rPr lang="fr-CH" dirty="0">
                <a:solidFill>
                  <a:srgbClr val="00459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Séquence 2</a:t>
            </a:r>
          </a:p>
          <a:p>
            <a:endParaRPr lang="fr-CH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6B057434-1C64-9CF1-4125-1A3A4D1C0B2E}"/>
              </a:ext>
            </a:extLst>
          </p:cNvPr>
          <p:cNvSpPr/>
          <p:nvPr/>
        </p:nvSpPr>
        <p:spPr>
          <a:xfrm>
            <a:off x="0" y="6705600"/>
            <a:ext cx="18197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54359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Les objectifs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Objectifs</a:t>
            </a: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r>
              <a:rPr lang="fr-CH" dirty="0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Expliquer le principe d’une session</a:t>
            </a:r>
          </a:p>
          <a:p>
            <a:r>
              <a:rPr lang="fr-CH" dirty="0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Connaître les dangers liés à la gestion de mot de passe</a:t>
            </a:r>
          </a:p>
          <a:p>
            <a:r>
              <a:rPr lang="fr-CH" dirty="0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Décrire le contenu d’un </a:t>
            </a:r>
            <a:r>
              <a:rPr lang="fr-CH" dirty="0" err="1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token</a:t>
            </a:r>
            <a:r>
              <a:rPr lang="fr-CH" dirty="0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 JWT</a:t>
            </a:r>
          </a:p>
          <a:p>
            <a:r>
              <a:rPr lang="fr-CH" dirty="0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Valider un </a:t>
            </a:r>
            <a:r>
              <a:rPr lang="fr-CH" dirty="0" err="1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token</a:t>
            </a:r>
            <a:r>
              <a:rPr lang="fr-CH" dirty="0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 JWT à l’aide de jwt.io</a:t>
            </a:r>
          </a:p>
          <a:p>
            <a:endParaRPr lang="fr-CH" dirty="0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 dirty="0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2C14807A-4646-6AA4-F22C-0DF7E408E443}"/>
              </a:ext>
            </a:extLst>
          </p:cNvPr>
          <p:cNvSpPr/>
          <p:nvPr/>
        </p:nvSpPr>
        <p:spPr>
          <a:xfrm>
            <a:off x="0" y="6705600"/>
            <a:ext cx="36394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79150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LES SESSIONS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45566181-C81A-2DF8-F4F6-9FC4768C947A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18993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 principe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4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0534" y="2782094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487040" y="4355461"/>
            <a:ext cx="1383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269870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 principe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5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0534" y="2782094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487040" y="4355461"/>
            <a:ext cx="1383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B7AA75-3A8F-5886-211A-95FF3553432D}"/>
              </a:ext>
            </a:extLst>
          </p:cNvPr>
          <p:cNvCxnSpPr/>
          <p:nvPr/>
        </p:nvCxnSpPr>
        <p:spPr>
          <a:xfrm>
            <a:off x="3581400" y="3268133"/>
            <a:ext cx="3649134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1DFF62-590E-C851-6280-B9F6E8FFF9CB}"/>
              </a:ext>
            </a:extLst>
          </p:cNvPr>
          <p:cNvSpPr txBox="1"/>
          <p:nvPr/>
        </p:nvSpPr>
        <p:spPr>
          <a:xfrm>
            <a:off x="4213173" y="2572696"/>
            <a:ext cx="2840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1. Nom + </a:t>
            </a:r>
            <a:r>
              <a:rPr lang="fr-CH" sz="3600" err="1">
                <a:solidFill>
                  <a:schemeClr val="bg1"/>
                </a:solidFill>
              </a:rPr>
              <a:t>mdp</a:t>
            </a:r>
            <a:endParaRPr lang="fr-CH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0031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 principe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6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0534" y="2782094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487040" y="4355461"/>
            <a:ext cx="1383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B7AA75-3A8F-5886-211A-95FF3553432D}"/>
              </a:ext>
            </a:extLst>
          </p:cNvPr>
          <p:cNvCxnSpPr/>
          <p:nvPr/>
        </p:nvCxnSpPr>
        <p:spPr>
          <a:xfrm>
            <a:off x="3581400" y="3268133"/>
            <a:ext cx="3649134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1DFF62-590E-C851-6280-B9F6E8FFF9CB}"/>
              </a:ext>
            </a:extLst>
          </p:cNvPr>
          <p:cNvSpPr txBox="1"/>
          <p:nvPr/>
        </p:nvSpPr>
        <p:spPr>
          <a:xfrm>
            <a:off x="4213173" y="2572696"/>
            <a:ext cx="2840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1. Nom + </a:t>
            </a:r>
            <a:r>
              <a:rPr lang="fr-CH" sz="3600" err="1">
                <a:solidFill>
                  <a:schemeClr val="bg1"/>
                </a:solidFill>
              </a:rPr>
              <a:t>mdp</a:t>
            </a:r>
            <a:endParaRPr lang="fr-CH" sz="3600">
              <a:solidFill>
                <a:schemeClr val="bg1"/>
              </a:solidFill>
            </a:endParaRPr>
          </a:p>
        </p:txBody>
      </p:sp>
      <p:pic>
        <p:nvPicPr>
          <p:cNvPr id="19" name="Graphic 18" descr="Database outline">
            <a:extLst>
              <a:ext uri="{FF2B5EF4-FFF2-40B4-BE49-F238E27FC236}">
                <a16:creationId xmlns:a16="http://schemas.microsoft.com/office/drawing/2014/main" id="{02FA75B3-B47C-60AD-1A90-0638E02AD2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73153" y="742421"/>
            <a:ext cx="1896533" cy="18965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088F62-B977-DF7B-D3CD-454CB0B44758}"/>
              </a:ext>
            </a:extLst>
          </p:cNvPr>
          <p:cNvSpPr txBox="1"/>
          <p:nvPr/>
        </p:nvSpPr>
        <p:spPr>
          <a:xfrm>
            <a:off x="9757212" y="2458928"/>
            <a:ext cx="1928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err="1">
                <a:solidFill>
                  <a:schemeClr val="bg1"/>
                </a:solidFill>
              </a:rPr>
              <a:t>Database</a:t>
            </a:r>
            <a:endParaRPr lang="fr-CH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610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 principe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7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0534" y="2782094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487040" y="4355461"/>
            <a:ext cx="1383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B7AA75-3A8F-5886-211A-95FF3553432D}"/>
              </a:ext>
            </a:extLst>
          </p:cNvPr>
          <p:cNvCxnSpPr/>
          <p:nvPr/>
        </p:nvCxnSpPr>
        <p:spPr>
          <a:xfrm>
            <a:off x="3581400" y="3268133"/>
            <a:ext cx="3649134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1DFF62-590E-C851-6280-B9F6E8FFF9CB}"/>
              </a:ext>
            </a:extLst>
          </p:cNvPr>
          <p:cNvSpPr txBox="1"/>
          <p:nvPr/>
        </p:nvSpPr>
        <p:spPr>
          <a:xfrm>
            <a:off x="4213173" y="2572696"/>
            <a:ext cx="2840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1. Nom + </a:t>
            </a:r>
            <a:r>
              <a:rPr lang="fr-CH" sz="3600" err="1">
                <a:solidFill>
                  <a:schemeClr val="bg1"/>
                </a:solidFill>
              </a:rPr>
              <a:t>mdp</a:t>
            </a:r>
            <a:endParaRPr lang="fr-CH" sz="3600">
              <a:solidFill>
                <a:schemeClr val="bg1"/>
              </a:solidFill>
            </a:endParaRPr>
          </a:p>
        </p:txBody>
      </p:sp>
      <p:pic>
        <p:nvPicPr>
          <p:cNvPr id="19" name="Graphic 18" descr="Database outline">
            <a:extLst>
              <a:ext uri="{FF2B5EF4-FFF2-40B4-BE49-F238E27FC236}">
                <a16:creationId xmlns:a16="http://schemas.microsoft.com/office/drawing/2014/main" id="{02FA75B3-B47C-60AD-1A90-0638E02AD2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73153" y="742421"/>
            <a:ext cx="1896533" cy="18965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088F62-B977-DF7B-D3CD-454CB0B44758}"/>
              </a:ext>
            </a:extLst>
          </p:cNvPr>
          <p:cNvSpPr txBox="1"/>
          <p:nvPr/>
        </p:nvSpPr>
        <p:spPr>
          <a:xfrm>
            <a:off x="9757212" y="2458928"/>
            <a:ext cx="1928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err="1">
                <a:solidFill>
                  <a:schemeClr val="bg1"/>
                </a:solidFill>
              </a:rPr>
              <a:t>Database</a:t>
            </a:r>
            <a:endParaRPr lang="fr-CH" sz="3600">
              <a:solidFill>
                <a:schemeClr val="bg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90E85FE-3B59-C37D-29D2-96030F3337F0}"/>
              </a:ext>
            </a:extLst>
          </p:cNvPr>
          <p:cNvCxnSpPr>
            <a:cxnSpLocks/>
          </p:cNvCxnSpPr>
          <p:nvPr/>
        </p:nvCxnSpPr>
        <p:spPr>
          <a:xfrm flipV="1">
            <a:off x="8870560" y="2201333"/>
            <a:ext cx="1086240" cy="903926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73DFA1D-154F-4C80-E242-B98002FA8EBA}"/>
              </a:ext>
            </a:extLst>
          </p:cNvPr>
          <p:cNvSpPr txBox="1"/>
          <p:nvPr/>
        </p:nvSpPr>
        <p:spPr>
          <a:xfrm>
            <a:off x="7387564" y="1669457"/>
            <a:ext cx="2774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2. Vérification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64D7CF3-3F6B-4478-3FB0-003DF5AE59E5}"/>
              </a:ext>
            </a:extLst>
          </p:cNvPr>
          <p:cNvCxnSpPr>
            <a:cxnSpLocks/>
          </p:cNvCxnSpPr>
          <p:nvPr/>
        </p:nvCxnSpPr>
        <p:spPr>
          <a:xfrm flipH="1">
            <a:off x="9141381" y="3247760"/>
            <a:ext cx="1560486" cy="96520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603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 principe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8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0534" y="2782094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487040" y="4355461"/>
            <a:ext cx="1383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B7AA75-3A8F-5886-211A-95FF3553432D}"/>
              </a:ext>
            </a:extLst>
          </p:cNvPr>
          <p:cNvCxnSpPr/>
          <p:nvPr/>
        </p:nvCxnSpPr>
        <p:spPr>
          <a:xfrm>
            <a:off x="3581400" y="3268133"/>
            <a:ext cx="3649134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1DFF62-590E-C851-6280-B9F6E8FFF9CB}"/>
              </a:ext>
            </a:extLst>
          </p:cNvPr>
          <p:cNvSpPr txBox="1"/>
          <p:nvPr/>
        </p:nvSpPr>
        <p:spPr>
          <a:xfrm>
            <a:off x="4213173" y="2572696"/>
            <a:ext cx="2840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1. Nom + </a:t>
            </a:r>
            <a:r>
              <a:rPr lang="fr-CH" sz="3600" err="1">
                <a:solidFill>
                  <a:schemeClr val="bg1"/>
                </a:solidFill>
              </a:rPr>
              <a:t>mdp</a:t>
            </a:r>
            <a:endParaRPr lang="fr-CH" sz="3600">
              <a:solidFill>
                <a:schemeClr val="bg1"/>
              </a:solidFill>
            </a:endParaRPr>
          </a:p>
        </p:txBody>
      </p:sp>
      <p:pic>
        <p:nvPicPr>
          <p:cNvPr id="19" name="Graphic 18" descr="Database outline">
            <a:extLst>
              <a:ext uri="{FF2B5EF4-FFF2-40B4-BE49-F238E27FC236}">
                <a16:creationId xmlns:a16="http://schemas.microsoft.com/office/drawing/2014/main" id="{02FA75B3-B47C-60AD-1A90-0638E02AD2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73153" y="742421"/>
            <a:ext cx="1896533" cy="18965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088F62-B977-DF7B-D3CD-454CB0B44758}"/>
              </a:ext>
            </a:extLst>
          </p:cNvPr>
          <p:cNvSpPr txBox="1"/>
          <p:nvPr/>
        </p:nvSpPr>
        <p:spPr>
          <a:xfrm>
            <a:off x="9757212" y="2458928"/>
            <a:ext cx="1928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err="1">
                <a:solidFill>
                  <a:schemeClr val="bg1"/>
                </a:solidFill>
              </a:rPr>
              <a:t>Database</a:t>
            </a:r>
            <a:endParaRPr lang="fr-CH" sz="3600">
              <a:solidFill>
                <a:schemeClr val="bg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90E85FE-3B59-C37D-29D2-96030F3337F0}"/>
              </a:ext>
            </a:extLst>
          </p:cNvPr>
          <p:cNvCxnSpPr>
            <a:cxnSpLocks/>
          </p:cNvCxnSpPr>
          <p:nvPr/>
        </p:nvCxnSpPr>
        <p:spPr>
          <a:xfrm flipV="1">
            <a:off x="8870560" y="2201333"/>
            <a:ext cx="1086240" cy="903926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73DFA1D-154F-4C80-E242-B98002FA8EBA}"/>
              </a:ext>
            </a:extLst>
          </p:cNvPr>
          <p:cNvSpPr txBox="1"/>
          <p:nvPr/>
        </p:nvSpPr>
        <p:spPr>
          <a:xfrm>
            <a:off x="7387564" y="1669457"/>
            <a:ext cx="2774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2. Vérification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940510-1C47-C323-8425-4D0653A2A7EB}"/>
              </a:ext>
            </a:extLst>
          </p:cNvPr>
          <p:cNvCxnSpPr>
            <a:cxnSpLocks/>
          </p:cNvCxnSpPr>
          <p:nvPr/>
        </p:nvCxnSpPr>
        <p:spPr>
          <a:xfrm flipH="1">
            <a:off x="9141381" y="3247760"/>
            <a:ext cx="1560486" cy="96520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33A0C4F-EBF9-F4C7-D0A2-F21C7FDD2045}"/>
              </a:ext>
            </a:extLst>
          </p:cNvPr>
          <p:cNvSpPr txBox="1"/>
          <p:nvPr/>
        </p:nvSpPr>
        <p:spPr>
          <a:xfrm>
            <a:off x="3973059" y="5039251"/>
            <a:ext cx="70279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Le mot de passe salé et haché correspond au contenu de la </a:t>
            </a:r>
            <a:r>
              <a:rPr lang="fr-CH" sz="3600" err="1">
                <a:solidFill>
                  <a:schemeClr val="bg1"/>
                </a:solidFill>
              </a:rPr>
              <a:t>db</a:t>
            </a:r>
            <a:r>
              <a:rPr lang="fr-CH" sz="3600">
                <a:solidFill>
                  <a:schemeClr val="bg1"/>
                </a:solidFill>
              </a:rPr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1422670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BRAINSTORM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Comment est-ce que l’on maintient la connexion «ouverte» entre le client et le serveur ? </a:t>
            </a:r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9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16962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25F60-DF67-DBB8-227A-1D2D27F53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FBDE6-F38E-C5E2-BF8A-5C3DD5B7DD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Protection du mot de passe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C7B7DAE5-E642-9024-8843-44B514BC0A74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C690108-FE1A-05E1-37EF-2542BFB880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3102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AA40-B270-0D3E-69F5-4879D5680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B5B4A-6371-8ED8-AEE5-E50FC80D8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RISQUES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22B74-31E6-C0C2-2F2D-62167452E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CH" dirty="0"/>
              <a:t>Les personnes de la compagnie pourraient voir le mot de passe.</a:t>
            </a:r>
          </a:p>
          <a:p>
            <a:endParaRPr lang="fr-CH" dirty="0"/>
          </a:p>
          <a:p>
            <a:r>
              <a:rPr lang="fr-CH" dirty="0"/>
              <a:t>Un mot de passe stocké en </a:t>
            </a:r>
            <a:r>
              <a:rPr lang="fr-CH" b="1" dirty="0"/>
              <a:t>clair </a:t>
            </a:r>
            <a:r>
              <a:rPr lang="fr-CH" dirty="0"/>
              <a:t>peut être réutilisé tel quel (même site ou autre site)</a:t>
            </a:r>
          </a:p>
          <a:p>
            <a:endParaRPr lang="fr-CH" dirty="0"/>
          </a:p>
          <a:p>
            <a:r>
              <a:rPr lang="fr-CH" dirty="0"/>
              <a:t>Un mot de passe, même haché, peut être comparé à d’autres hash…</a:t>
            </a:r>
          </a:p>
          <a:p>
            <a:endParaRPr lang="fr-CH" dirty="0"/>
          </a:p>
          <a:p>
            <a:r>
              <a:rPr lang="fr-CH" dirty="0"/>
              <a:t>Un mot de passe simple peut être sensible à une attaque par force brute</a:t>
            </a:r>
          </a:p>
          <a:p>
            <a:endParaRPr lang="fr-CH" dirty="0"/>
          </a:p>
          <a:p>
            <a:endParaRPr lang="fr-CH" dirty="0"/>
          </a:p>
          <a:p>
            <a:pPr marL="0" indent="0">
              <a:buNone/>
            </a:pPr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8140F-67EE-2654-20F2-E8A2E5FA4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11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FC93AB4-784F-A872-ABAA-B6DEE1AB7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99091B2F-F230-E759-8F6F-6457D36506C0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62176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C17B4-B738-F110-F8CD-3F0DDF9E8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A5B8-8930-606F-DECE-4D1CEEAAE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MOYEN DE PRÉVENTION POUR LES UTILISATEURS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7F114-95AE-97C3-9042-5352FCFA1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 dirty="0"/>
          </a:p>
          <a:p>
            <a:r>
              <a:rPr lang="fr-CH" dirty="0"/>
              <a:t>Activer la double authentification</a:t>
            </a:r>
          </a:p>
          <a:p>
            <a:r>
              <a:rPr lang="fr-CH" dirty="0"/>
              <a:t>Choisir un mot de passe différent pour chaque site</a:t>
            </a:r>
          </a:p>
          <a:p>
            <a:r>
              <a:rPr lang="fr-CH" dirty="0"/>
              <a:t>Choisir un mot de passe complexe</a:t>
            </a:r>
          </a:p>
          <a:p>
            <a:endParaRPr lang="fr-CH" dirty="0"/>
          </a:p>
          <a:p>
            <a:endParaRPr lang="fr-CH" dirty="0"/>
          </a:p>
          <a:p>
            <a:pPr marL="0" indent="0">
              <a:buNone/>
            </a:pPr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7E338-C2E1-9F32-64FA-282A0354A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12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BC6EBBE-C982-72F6-CDC4-5210C881F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85739867-6868-1C3F-051D-6CDC7DF8EA6D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73094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87978-B949-7261-FF0F-72F2597F5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5A1D4-21CB-E4DB-0D41-6AD9B6399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MOYENS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E2C4C-3314-ADED-26C8-1713263CD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 dirty="0"/>
          </a:p>
          <a:p>
            <a:r>
              <a:rPr lang="fr-CH" dirty="0"/>
              <a:t>Politique de mot de passe</a:t>
            </a:r>
          </a:p>
          <a:p>
            <a:r>
              <a:rPr lang="fr-CH" dirty="0"/>
              <a:t>Sel</a:t>
            </a:r>
          </a:p>
          <a:p>
            <a:r>
              <a:rPr lang="fr-CH" dirty="0"/>
              <a:t>Poivre</a:t>
            </a:r>
          </a:p>
          <a:p>
            <a:endParaRPr lang="fr-CH" dirty="0"/>
          </a:p>
          <a:p>
            <a:endParaRPr lang="fr-CH" dirty="0"/>
          </a:p>
          <a:p>
            <a:r>
              <a:rPr lang="fr-CH" dirty="0"/>
              <a:t>Ces deux derniers éléments sont ajoutés au mot de passe avant hachage afin de rendre le hash unique de tous les autres utilisateurs.</a:t>
            </a:r>
          </a:p>
          <a:p>
            <a:endParaRPr lang="fr-CH" dirty="0"/>
          </a:p>
          <a:p>
            <a:endParaRPr lang="fr-CH" dirty="0"/>
          </a:p>
          <a:p>
            <a:pPr marL="0" indent="0">
              <a:buNone/>
            </a:pPr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F1795-A64F-19D0-0295-9D4909BFD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13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074E92-5982-BF17-9D8E-BF2E8C15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5F4BA7A1-8CB2-45FD-FDF4-A0F165752077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00700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CA310-E2ED-EA01-D336-B243189E0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00BD2-EC62-4740-C24A-8D3CF62CD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dirty="0"/>
              <a:t>LE SEL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C9F2C-62D5-E8B9-3A0D-B7391E074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fr-CH" dirty="0"/>
          </a:p>
          <a:p>
            <a:r>
              <a:rPr lang="fr-CH" dirty="0"/>
              <a:t>Le sel est une chaîne de caractères aléatoires ajoutée au mot de passe avant le hash.</a:t>
            </a:r>
          </a:p>
          <a:p>
            <a:endParaRPr lang="fr-CH" dirty="0"/>
          </a:p>
          <a:p>
            <a:r>
              <a:rPr lang="fr-CH" dirty="0"/>
              <a:t>Le sel est propre à chaque utilisateur (chacun son sel)</a:t>
            </a:r>
          </a:p>
          <a:p>
            <a:endParaRPr lang="fr-CH" dirty="0"/>
          </a:p>
          <a:p>
            <a:r>
              <a:rPr lang="fr-CH" dirty="0"/>
              <a:t>Le sel est stocké en clair dans la base de donnée</a:t>
            </a:r>
          </a:p>
          <a:p>
            <a:endParaRPr lang="fr-CH" dirty="0"/>
          </a:p>
          <a:p>
            <a:r>
              <a:rPr lang="fr-CH" dirty="0"/>
              <a:t>On considère qu’il y a peu de risque si le sel fuite.</a:t>
            </a:r>
          </a:p>
          <a:p>
            <a:endParaRPr lang="fr-CH" dirty="0"/>
          </a:p>
          <a:p>
            <a:r>
              <a:rPr lang="fr-CH" dirty="0"/>
              <a:t>Le sel vise à protéger vos données contre une attaque par table précalculée (</a:t>
            </a:r>
            <a:r>
              <a:rPr lang="fr-CH" dirty="0" err="1"/>
              <a:t>rainbow</a:t>
            </a:r>
            <a:r>
              <a:rPr lang="fr-CH" dirty="0"/>
              <a:t> table)</a:t>
            </a:r>
          </a:p>
          <a:p>
            <a:endParaRPr lang="fr-CH" dirty="0"/>
          </a:p>
          <a:p>
            <a:endParaRPr lang="fr-CH" dirty="0"/>
          </a:p>
          <a:p>
            <a:pPr marL="0" indent="0">
              <a:buNone/>
            </a:pPr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95186-91B7-2F77-CE87-97679B21C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14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5A41BF-F569-234F-B0BF-2D87F1DA1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85D250DE-5DEB-819E-D7A8-8DC1EEC7E090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67868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88E91-9B94-FD0E-D8B2-17524E10F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0E896-504D-69C3-094D-39EDCEBD6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 POIVRE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9FFF0-C6B1-A127-6D18-ED85290D0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fr-CH"/>
          </a:p>
          <a:p>
            <a:r>
              <a:rPr lang="fr-CH"/>
              <a:t>Le sel est l’option la plus connue, mais on peut l’améliorer avec un poivre.</a:t>
            </a:r>
          </a:p>
          <a:p>
            <a:endParaRPr lang="fr-CH"/>
          </a:p>
          <a:p>
            <a:r>
              <a:rPr lang="fr-CH"/>
              <a:t>Le poivre est aussi une chaîne de caractères que l’on ajoute au mot de passe.</a:t>
            </a:r>
          </a:p>
          <a:p>
            <a:endParaRPr lang="fr-CH"/>
          </a:p>
          <a:p>
            <a:r>
              <a:rPr lang="fr-CH"/>
              <a:t>… Mais le poivre est identique pour tous les utilisateurs</a:t>
            </a:r>
          </a:p>
          <a:p>
            <a:r>
              <a:rPr lang="fr-CH"/>
              <a:t>… et le poivre n’est jamais stocké dans la base de données</a:t>
            </a:r>
          </a:p>
          <a:p>
            <a:r>
              <a:rPr lang="fr-CH"/>
              <a:t>… (le mettre dans une variable d’environnement est la bonne pratique)</a:t>
            </a:r>
          </a:p>
          <a:p>
            <a:endParaRPr lang="fr-CH"/>
          </a:p>
          <a:p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2D4F6-CF74-DAA8-A95A-0C06E651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15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B9DDE5-F64A-DB63-487C-DFB94879E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E2486D2E-AFA9-72E4-0B80-14E57E27FDDF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86509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9C49A-A6DA-4167-A888-872DE31F7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C9EE8-5469-753E-A820-96D0FA7EF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HASH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A1E5-B4B2-3EC3-ABE7-6FAD7B457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Il s’agit d’une table avec des hash précalculés qui pourraient permettre de remonter vers le mot de passe original.</a:t>
            </a:r>
          </a:p>
          <a:p>
            <a:endParaRPr lang="fr-CH"/>
          </a:p>
          <a:p>
            <a:r>
              <a:rPr lang="fr-CH"/>
              <a:t>En général, on y retrouve les hash de toutes les combinaisons jusqu’à une certaine longueur.</a:t>
            </a:r>
          </a:p>
          <a:p>
            <a:endParaRPr lang="fr-CH"/>
          </a:p>
          <a:p>
            <a:r>
              <a:rPr lang="fr-CH"/>
              <a:t>On y retrouve aussi les hash des mots de passe les plus courants.</a:t>
            </a:r>
          </a:p>
          <a:p>
            <a:endParaRPr lang="fr-CH"/>
          </a:p>
          <a:p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48445-3840-E30A-5835-041E13BF5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16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04F55-D1D2-4780-5442-30491B65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43837239-E201-F500-DDBD-B59F2DA36758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61677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56B83-5DCA-261D-5362-3AE8A0A83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CDD2E-8D28-951E-3CEF-C0A47A29B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RAINBOW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8B137-BA73-B7E5-9492-1439BFA83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Il s’agit d’une table de hachage optimisée en taille</a:t>
            </a:r>
          </a:p>
          <a:p>
            <a:r>
              <a:rPr lang="fr-CH"/>
              <a:t>Le but est toujours de retrouver le mot de passe original en clair.</a:t>
            </a:r>
          </a:p>
          <a:p>
            <a:endParaRPr lang="fr-CH"/>
          </a:p>
          <a:p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B043F-4069-BAA1-6477-D9BBE5DFB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17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854F07-2A73-5061-049E-9257D6F77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13F4F4BA-B8FA-FC99-ACE6-F06F3E611E39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41353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CF8FB-3514-007E-9B80-323AA19B8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E0EE7-A72A-6B92-5FEC-5F80A5CEC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PROTECTION PAR LE SEL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0E683-8B83-0AEA-F135-975941D53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Si vos mots de passe ne sont pas protégés par un sel, ils sont vulnérables aux attaques par </a:t>
            </a:r>
            <a:r>
              <a:rPr lang="fr-CH" dirty="0" err="1"/>
              <a:t>rainbow</a:t>
            </a:r>
            <a:r>
              <a:rPr lang="fr-CH" dirty="0"/>
              <a:t> tables.</a:t>
            </a:r>
          </a:p>
          <a:p>
            <a:endParaRPr lang="fr-CH" dirty="0"/>
          </a:p>
          <a:p>
            <a:r>
              <a:rPr lang="fr-CH" dirty="0"/>
              <a:t>Les </a:t>
            </a:r>
            <a:r>
              <a:rPr lang="fr-CH" dirty="0" err="1"/>
              <a:t>rainbow</a:t>
            </a:r>
            <a:r>
              <a:rPr lang="fr-CH" dirty="0"/>
              <a:t> tables devraient être recalculées en y incluant le sel (et il faudrait le faire pour tous les sels)</a:t>
            </a:r>
          </a:p>
          <a:p>
            <a:endParaRPr lang="fr-CH" dirty="0"/>
          </a:p>
          <a:p>
            <a:r>
              <a:rPr lang="fr-CH" dirty="0"/>
              <a:t>Le sel rend donc la génération de </a:t>
            </a:r>
            <a:r>
              <a:rPr lang="fr-CH" dirty="0" err="1"/>
              <a:t>rainbow</a:t>
            </a:r>
            <a:r>
              <a:rPr lang="fr-CH" dirty="0"/>
              <a:t> tables beaucoup plus complexe et lent.</a:t>
            </a:r>
          </a:p>
          <a:p>
            <a:endParaRPr lang="fr-CH" dirty="0"/>
          </a:p>
          <a:p>
            <a:endParaRPr lang="fr-CH" dirty="0"/>
          </a:p>
          <a:p>
            <a:pPr marL="0" indent="0">
              <a:buNone/>
            </a:pPr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5F448-FB06-F6F0-D26A-09173AB78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18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46C09D5-9BB4-AD26-BA0F-23FECD20D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EF1FE68C-708C-3E17-C441-E9C30341971F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21307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70B044-34CE-F652-7477-15DF8C86F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err="1"/>
              <a:t>Password</a:t>
            </a:r>
            <a:r>
              <a:rPr lang="fr-CH"/>
              <a:t> </a:t>
            </a:r>
            <a:r>
              <a:rPr lang="fr-CH" err="1"/>
              <a:t>Cheat</a:t>
            </a:r>
            <a:r>
              <a:rPr lang="fr-CH"/>
              <a:t> </a:t>
            </a:r>
            <a:r>
              <a:rPr lang="fr-CH" err="1"/>
              <a:t>Sheet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9FD056-B39E-97F6-96A8-3803F922B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https://cheatsheetseries.owasp.org/cheatsheets/Password_Storage_Cheat_Sheet.html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45E750-47C3-12B5-2507-86DDC50CE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174BB0-0F5D-66AF-A0A7-A5B1EDF24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79617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63018-C963-6A4F-F449-543F94EFE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CC89F-F276-134B-8C14-420C361A6F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>
                <a:solidFill>
                  <a:srgbClr val="004595"/>
                </a:solidFill>
              </a:rPr>
              <a:t>Activité 1 : Protéger un mot de passe…</a:t>
            </a:r>
            <a:endParaRPr lang="fr-CH" b="1" dirty="0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4B249D82-D5A9-762D-BA33-E9534788C02A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2269B465-1226-A4B5-9993-1CE6678E37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734511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LES TOKENS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45566181-C81A-2DF8-F4F6-9FC4768C947A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35978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Ce que l’on cherche à résoudre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Diminuer la complexité au niveau serveur</a:t>
            </a:r>
          </a:p>
          <a:p>
            <a:r>
              <a:rPr lang="fr-CH"/>
              <a:t>Approcher la sécurité de manière globale</a:t>
            </a:r>
          </a:p>
          <a:p>
            <a:r>
              <a:rPr lang="fr-CH"/>
              <a:t>Le protocole http est par nature </a:t>
            </a:r>
            <a:r>
              <a:rPr lang="fr-CH" b="1" err="1"/>
              <a:t>stateless</a:t>
            </a:r>
            <a:endParaRPr lang="fr-CH" b="1"/>
          </a:p>
          <a:p>
            <a:endParaRPr lang="fr-CH"/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22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856001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 principe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23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0534" y="2782094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487040" y="4355461"/>
            <a:ext cx="1383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tx1">
                    <a:lumMod val="85000"/>
                  </a:schemeClr>
                </a:solidFill>
              </a:rPr>
              <a:t>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B7AA75-3A8F-5886-211A-95FF3553432D}"/>
              </a:ext>
            </a:extLst>
          </p:cNvPr>
          <p:cNvCxnSpPr/>
          <p:nvPr/>
        </p:nvCxnSpPr>
        <p:spPr>
          <a:xfrm>
            <a:off x="3581400" y="3268133"/>
            <a:ext cx="3649134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1DFF62-590E-C851-6280-B9F6E8FFF9CB}"/>
              </a:ext>
            </a:extLst>
          </p:cNvPr>
          <p:cNvSpPr txBox="1"/>
          <p:nvPr/>
        </p:nvSpPr>
        <p:spPr>
          <a:xfrm>
            <a:off x="4213173" y="2572696"/>
            <a:ext cx="2840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tx1">
                    <a:lumMod val="85000"/>
                  </a:schemeClr>
                </a:solidFill>
              </a:rPr>
              <a:t>1. Nom + </a:t>
            </a:r>
            <a:r>
              <a:rPr lang="fr-CH" sz="3600" err="1">
                <a:solidFill>
                  <a:schemeClr val="tx1">
                    <a:lumMod val="85000"/>
                  </a:schemeClr>
                </a:solidFill>
              </a:rPr>
              <a:t>mdp</a:t>
            </a:r>
            <a:endParaRPr lang="fr-CH" sz="3600">
              <a:solidFill>
                <a:schemeClr val="tx1">
                  <a:lumMod val="85000"/>
                </a:schemeClr>
              </a:solidFill>
            </a:endParaRPr>
          </a:p>
        </p:txBody>
      </p:sp>
      <p:pic>
        <p:nvPicPr>
          <p:cNvPr id="19" name="Graphic 18" descr="Database outline">
            <a:extLst>
              <a:ext uri="{FF2B5EF4-FFF2-40B4-BE49-F238E27FC236}">
                <a16:creationId xmlns:a16="http://schemas.microsoft.com/office/drawing/2014/main" id="{02FA75B3-B47C-60AD-1A90-0638E02AD2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73153" y="742421"/>
            <a:ext cx="1896533" cy="18965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088F62-B977-DF7B-D3CD-454CB0B44758}"/>
              </a:ext>
            </a:extLst>
          </p:cNvPr>
          <p:cNvSpPr txBox="1"/>
          <p:nvPr/>
        </p:nvSpPr>
        <p:spPr>
          <a:xfrm>
            <a:off x="9757212" y="2458928"/>
            <a:ext cx="1928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err="1">
                <a:solidFill>
                  <a:schemeClr val="tx1">
                    <a:lumMod val="85000"/>
                  </a:schemeClr>
                </a:solidFill>
              </a:rPr>
              <a:t>Database</a:t>
            </a:r>
            <a:endParaRPr lang="fr-CH" sz="3600">
              <a:solidFill>
                <a:schemeClr val="tx1">
                  <a:lumMod val="85000"/>
                </a:schemeClr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90E85FE-3B59-C37D-29D2-96030F3337F0}"/>
              </a:ext>
            </a:extLst>
          </p:cNvPr>
          <p:cNvCxnSpPr>
            <a:cxnSpLocks/>
          </p:cNvCxnSpPr>
          <p:nvPr/>
        </p:nvCxnSpPr>
        <p:spPr>
          <a:xfrm flipV="1">
            <a:off x="8870560" y="2201333"/>
            <a:ext cx="1086240" cy="903926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73DFA1D-154F-4C80-E242-B98002FA8EBA}"/>
              </a:ext>
            </a:extLst>
          </p:cNvPr>
          <p:cNvSpPr txBox="1"/>
          <p:nvPr/>
        </p:nvSpPr>
        <p:spPr>
          <a:xfrm>
            <a:off x="7387564" y="1669457"/>
            <a:ext cx="2774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tx1">
                    <a:lumMod val="85000"/>
                  </a:schemeClr>
                </a:solidFill>
              </a:rPr>
              <a:t>2. Vérification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940510-1C47-C323-8425-4D0653A2A7EB}"/>
              </a:ext>
            </a:extLst>
          </p:cNvPr>
          <p:cNvCxnSpPr>
            <a:cxnSpLocks/>
          </p:cNvCxnSpPr>
          <p:nvPr/>
        </p:nvCxnSpPr>
        <p:spPr>
          <a:xfrm flipH="1">
            <a:off x="9141381" y="3247760"/>
            <a:ext cx="1560486" cy="96520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EE1D0B3-4C39-D52B-EAAF-6EA67F710C9D}"/>
              </a:ext>
            </a:extLst>
          </p:cNvPr>
          <p:cNvSpPr txBox="1"/>
          <p:nvPr/>
        </p:nvSpPr>
        <p:spPr>
          <a:xfrm>
            <a:off x="9417586" y="3958529"/>
            <a:ext cx="20345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tx1">
                    <a:lumMod val="85000"/>
                  </a:schemeClr>
                </a:solidFill>
              </a:rPr>
              <a:t>3. Session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010B6F-CD25-371D-F06F-499741F54858}"/>
              </a:ext>
            </a:extLst>
          </p:cNvPr>
          <p:cNvCxnSpPr>
            <a:cxnSpLocks/>
          </p:cNvCxnSpPr>
          <p:nvPr/>
        </p:nvCxnSpPr>
        <p:spPr>
          <a:xfrm flipH="1">
            <a:off x="3581400" y="4212960"/>
            <a:ext cx="3649134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2C95303-F3E0-7401-912A-0797EE5C401C}"/>
              </a:ext>
            </a:extLst>
          </p:cNvPr>
          <p:cNvSpPr txBox="1"/>
          <p:nvPr/>
        </p:nvSpPr>
        <p:spPr>
          <a:xfrm>
            <a:off x="4111573" y="3635363"/>
            <a:ext cx="17333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4. </a:t>
            </a:r>
            <a:r>
              <a:rPr lang="fr-CH" sz="3600" err="1">
                <a:solidFill>
                  <a:schemeClr val="bg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Token</a:t>
            </a:r>
            <a:endParaRPr lang="fr-CH" sz="3600">
              <a:solidFill>
                <a:schemeClr val="bg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</p:txBody>
      </p:sp>
      <p:pic>
        <p:nvPicPr>
          <p:cNvPr id="20" name="Graphic 19" descr="Close with solid fill">
            <a:extLst>
              <a:ext uri="{FF2B5EF4-FFF2-40B4-BE49-F238E27FC236}">
                <a16:creationId xmlns:a16="http://schemas.microsoft.com/office/drawing/2014/main" id="{7C97B21D-69A2-05DC-75CF-845E25BBB2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88459" y="31781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755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 principe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24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0534" y="2782094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487040" y="4355461"/>
            <a:ext cx="1383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B7AA75-3A8F-5886-211A-95FF3553432D}"/>
              </a:ext>
            </a:extLst>
          </p:cNvPr>
          <p:cNvCxnSpPr/>
          <p:nvPr/>
        </p:nvCxnSpPr>
        <p:spPr>
          <a:xfrm>
            <a:off x="3581400" y="3268133"/>
            <a:ext cx="3649134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1DFF62-590E-C851-6280-B9F6E8FFF9CB}"/>
              </a:ext>
            </a:extLst>
          </p:cNvPr>
          <p:cNvSpPr txBox="1"/>
          <p:nvPr/>
        </p:nvSpPr>
        <p:spPr>
          <a:xfrm>
            <a:off x="2801128" y="2333004"/>
            <a:ext cx="6004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1. Redonne le </a:t>
            </a:r>
            <a:r>
              <a:rPr lang="fr-CH" sz="3600" err="1">
                <a:solidFill>
                  <a:schemeClr val="bg1"/>
                </a:solidFill>
              </a:rPr>
              <a:t>token</a:t>
            </a:r>
            <a:r>
              <a:rPr lang="fr-CH" sz="3600">
                <a:solidFill>
                  <a:schemeClr val="bg1"/>
                </a:solidFill>
              </a:rPr>
              <a:t> + requête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088F62-B977-DF7B-D3CD-454CB0B44758}"/>
              </a:ext>
            </a:extLst>
          </p:cNvPr>
          <p:cNvSpPr txBox="1"/>
          <p:nvPr/>
        </p:nvSpPr>
        <p:spPr>
          <a:xfrm>
            <a:off x="8739516" y="3274175"/>
            <a:ext cx="34524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2. Vérifie le </a:t>
            </a:r>
            <a:r>
              <a:rPr lang="fr-CH" sz="3600" err="1">
                <a:solidFill>
                  <a:schemeClr val="bg1"/>
                </a:solidFill>
              </a:rPr>
              <a:t>token</a:t>
            </a:r>
            <a:endParaRPr lang="fr-CH" sz="3600">
              <a:solidFill>
                <a:schemeClr val="bg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010B6F-CD25-371D-F06F-499741F54858}"/>
              </a:ext>
            </a:extLst>
          </p:cNvPr>
          <p:cNvCxnSpPr>
            <a:cxnSpLocks/>
          </p:cNvCxnSpPr>
          <p:nvPr/>
        </p:nvCxnSpPr>
        <p:spPr>
          <a:xfrm flipH="1">
            <a:off x="3581400" y="4212960"/>
            <a:ext cx="3649134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2C95303-F3E0-7401-912A-0797EE5C401C}"/>
              </a:ext>
            </a:extLst>
          </p:cNvPr>
          <p:cNvSpPr txBox="1"/>
          <p:nvPr/>
        </p:nvSpPr>
        <p:spPr>
          <a:xfrm>
            <a:off x="4111573" y="3635363"/>
            <a:ext cx="22492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3. Réponse</a:t>
            </a:r>
          </a:p>
        </p:txBody>
      </p:sp>
    </p:spTree>
    <p:extLst>
      <p:ext uri="{BB962C8B-B14F-4D97-AF65-F5344CB8AC3E}">
        <p14:creationId xmlns:p14="http://schemas.microsoft.com/office/powerpoint/2010/main" val="77290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Les avantages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25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06646" y="596885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918840" y="2176858"/>
            <a:ext cx="1953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Server 1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B7AA75-3A8F-5886-211A-95FF3553432D}"/>
              </a:ext>
            </a:extLst>
          </p:cNvPr>
          <p:cNvCxnSpPr>
            <a:cxnSpLocks/>
          </p:cNvCxnSpPr>
          <p:nvPr/>
        </p:nvCxnSpPr>
        <p:spPr>
          <a:xfrm flipV="1">
            <a:off x="3581400" y="1945119"/>
            <a:ext cx="4504267" cy="1323014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1DFF62-590E-C851-6280-B9F6E8FFF9CB}"/>
              </a:ext>
            </a:extLst>
          </p:cNvPr>
          <p:cNvSpPr txBox="1"/>
          <p:nvPr/>
        </p:nvSpPr>
        <p:spPr>
          <a:xfrm>
            <a:off x="4106334" y="1646943"/>
            <a:ext cx="3643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1. </a:t>
            </a:r>
            <a:r>
              <a:rPr lang="fr-CH" sz="3600" err="1">
                <a:solidFill>
                  <a:schemeClr val="bg1"/>
                </a:solidFill>
              </a:rPr>
              <a:t>Token</a:t>
            </a:r>
            <a:r>
              <a:rPr lang="fr-CH" sz="3600">
                <a:solidFill>
                  <a:schemeClr val="bg1"/>
                </a:solidFill>
              </a:rPr>
              <a:t> + requête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010B6F-CD25-371D-F06F-499741F54858}"/>
              </a:ext>
            </a:extLst>
          </p:cNvPr>
          <p:cNvCxnSpPr>
            <a:cxnSpLocks/>
          </p:cNvCxnSpPr>
          <p:nvPr/>
        </p:nvCxnSpPr>
        <p:spPr>
          <a:xfrm flipH="1">
            <a:off x="3581400" y="2895862"/>
            <a:ext cx="4648200" cy="1317098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2C95303-F3E0-7401-912A-0797EE5C401C}"/>
              </a:ext>
            </a:extLst>
          </p:cNvPr>
          <p:cNvSpPr txBox="1"/>
          <p:nvPr/>
        </p:nvSpPr>
        <p:spPr>
          <a:xfrm>
            <a:off x="4971397" y="3700353"/>
            <a:ext cx="22492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2. Réponse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13150E-C630-3AE7-C467-81C4220AEB2C}"/>
              </a:ext>
            </a:extLst>
          </p:cNvPr>
          <p:cNvSpPr txBox="1"/>
          <p:nvPr/>
        </p:nvSpPr>
        <p:spPr>
          <a:xfrm>
            <a:off x="9242049" y="898820"/>
            <a:ext cx="19538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2. Vérifie </a:t>
            </a:r>
          </a:p>
          <a:p>
            <a:r>
              <a:rPr lang="fr-CH" sz="3600">
                <a:solidFill>
                  <a:schemeClr val="bg1"/>
                </a:solidFill>
              </a:rPr>
              <a:t>le </a:t>
            </a:r>
            <a:r>
              <a:rPr lang="fr-CH" sz="3600" err="1">
                <a:solidFill>
                  <a:schemeClr val="bg1"/>
                </a:solidFill>
              </a:rPr>
              <a:t>token</a:t>
            </a:r>
            <a:endParaRPr lang="fr-CH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1920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Les avantages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26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06646" y="596885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918840" y="2176858"/>
            <a:ext cx="1953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Server 1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B7AA75-3A8F-5886-211A-95FF3553432D}"/>
              </a:ext>
            </a:extLst>
          </p:cNvPr>
          <p:cNvCxnSpPr>
            <a:cxnSpLocks/>
          </p:cNvCxnSpPr>
          <p:nvPr/>
        </p:nvCxnSpPr>
        <p:spPr>
          <a:xfrm>
            <a:off x="3581400" y="3268133"/>
            <a:ext cx="4125246" cy="944827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1DFF62-590E-C851-6280-B9F6E8FFF9CB}"/>
              </a:ext>
            </a:extLst>
          </p:cNvPr>
          <p:cNvSpPr txBox="1"/>
          <p:nvPr/>
        </p:nvSpPr>
        <p:spPr>
          <a:xfrm>
            <a:off x="4027628" y="2801189"/>
            <a:ext cx="3679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1. </a:t>
            </a:r>
            <a:r>
              <a:rPr lang="fr-CH" sz="3600" err="1">
                <a:solidFill>
                  <a:schemeClr val="bg1"/>
                </a:solidFill>
              </a:rPr>
              <a:t>Token</a:t>
            </a:r>
            <a:r>
              <a:rPr lang="fr-CH" sz="3600">
                <a:solidFill>
                  <a:schemeClr val="bg1"/>
                </a:solidFill>
              </a:rPr>
              <a:t> + requête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010B6F-CD25-371D-F06F-499741F54858}"/>
              </a:ext>
            </a:extLst>
          </p:cNvPr>
          <p:cNvCxnSpPr>
            <a:cxnSpLocks/>
          </p:cNvCxnSpPr>
          <p:nvPr/>
        </p:nvCxnSpPr>
        <p:spPr>
          <a:xfrm flipH="1" flipV="1">
            <a:off x="3581400" y="4212960"/>
            <a:ext cx="3989269" cy="968191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2C95303-F3E0-7401-912A-0797EE5C401C}"/>
              </a:ext>
            </a:extLst>
          </p:cNvPr>
          <p:cNvSpPr txBox="1"/>
          <p:nvPr/>
        </p:nvSpPr>
        <p:spPr>
          <a:xfrm>
            <a:off x="3070399" y="5168724"/>
            <a:ext cx="6635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2. Réponse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13150E-C630-3AE7-C467-81C4220AEB2C}"/>
              </a:ext>
            </a:extLst>
          </p:cNvPr>
          <p:cNvSpPr txBox="1"/>
          <p:nvPr/>
        </p:nvSpPr>
        <p:spPr>
          <a:xfrm>
            <a:off x="9603179" y="3980822"/>
            <a:ext cx="19538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2. Vérifie </a:t>
            </a:r>
          </a:p>
          <a:p>
            <a:r>
              <a:rPr lang="fr-CH" sz="3600">
                <a:solidFill>
                  <a:schemeClr val="bg1"/>
                </a:solidFill>
              </a:rPr>
              <a:t>le </a:t>
            </a:r>
            <a:r>
              <a:rPr lang="fr-CH" sz="3600" err="1">
                <a:solidFill>
                  <a:schemeClr val="bg1"/>
                </a:solidFill>
              </a:rPr>
              <a:t>token</a:t>
            </a:r>
            <a:endParaRPr lang="fr-CH" sz="3600">
              <a:solidFill>
                <a:schemeClr val="bg1"/>
              </a:solidFill>
            </a:endParaRPr>
          </a:p>
        </p:txBody>
      </p:sp>
      <p:pic>
        <p:nvPicPr>
          <p:cNvPr id="3" name="Content Placeholder 9" descr="Server outline">
            <a:extLst>
              <a:ext uri="{FF2B5EF4-FFF2-40B4-BE49-F238E27FC236}">
                <a16:creationId xmlns:a16="http://schemas.microsoft.com/office/drawing/2014/main" id="{88BF0F0A-B645-D567-C352-9487A58FCE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06646" y="3691730"/>
            <a:ext cx="1896533" cy="18965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54DA40-D7A7-C37D-37F4-D3F87B24C0DD}"/>
              </a:ext>
            </a:extLst>
          </p:cNvPr>
          <p:cNvSpPr txBox="1"/>
          <p:nvPr/>
        </p:nvSpPr>
        <p:spPr>
          <a:xfrm>
            <a:off x="7785352" y="5223849"/>
            <a:ext cx="1953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Server 2</a:t>
            </a:r>
          </a:p>
        </p:txBody>
      </p:sp>
    </p:spTree>
    <p:extLst>
      <p:ext uri="{BB962C8B-B14F-4D97-AF65-F5344CB8AC3E}">
        <p14:creationId xmlns:p14="http://schemas.microsoft.com/office/powerpoint/2010/main" val="30708546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Pourquoi utiliser un jeton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Réduire la charge sur le serveur</a:t>
            </a:r>
          </a:p>
          <a:p>
            <a:r>
              <a:rPr lang="fr-CH"/>
              <a:t>Simplifier la gestion des sessions</a:t>
            </a: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27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250421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Contenu du jeton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Header</a:t>
            </a:r>
          </a:p>
          <a:p>
            <a:pPr lvl="1"/>
            <a:r>
              <a:rPr lang="fr-CH">
                <a:effectLst/>
                <a:latin typeface="Century Gothic" panose="020B0502020202020204" pitchFamily="34" charset="0"/>
              </a:rPr>
              <a:t>Type de </a:t>
            </a:r>
            <a:r>
              <a:rPr lang="fr-CH" err="1">
                <a:effectLst/>
                <a:latin typeface="Century Gothic" panose="020B0502020202020204" pitchFamily="34" charset="0"/>
              </a:rPr>
              <a:t>token</a:t>
            </a:r>
            <a:r>
              <a:rPr lang="fr-CH">
                <a:effectLst/>
                <a:latin typeface="Century Gothic" panose="020B0502020202020204" pitchFamily="34" charset="0"/>
              </a:rPr>
              <a:t> (JWT)</a:t>
            </a:r>
          </a:p>
          <a:p>
            <a:pPr lvl="1"/>
            <a:r>
              <a:rPr lang="fr-CH">
                <a:effectLst/>
                <a:latin typeface="Century Gothic" panose="020B0502020202020204" pitchFamily="34" charset="0"/>
              </a:rPr>
              <a:t>Algorithme de chiffrement</a:t>
            </a:r>
          </a:p>
          <a:p>
            <a:pPr lvl="1"/>
            <a:endParaRPr lang="fr-CH">
              <a:effectLst/>
              <a:latin typeface="Century Gothic" panose="020B0502020202020204" pitchFamily="34" charset="0"/>
            </a:endParaRPr>
          </a:p>
          <a:p>
            <a:r>
              <a:rPr lang="fr-CH" b="1" err="1">
                <a:effectLst/>
                <a:latin typeface="Century Gothic" panose="020B0502020202020204" pitchFamily="34" charset="0"/>
              </a:rPr>
              <a:t>Payload</a:t>
            </a:r>
            <a:endParaRPr lang="fr-CH" b="1">
              <a:effectLst/>
              <a:latin typeface="Century Gothic" panose="020B0502020202020204" pitchFamily="34" charset="0"/>
            </a:endParaRPr>
          </a:p>
          <a:p>
            <a:pPr lvl="1"/>
            <a:r>
              <a:rPr lang="fr-CH">
                <a:effectLst/>
                <a:latin typeface="Century Gothic" panose="020B0502020202020204" pitchFamily="34" charset="0"/>
              </a:rPr>
              <a:t>Les données en claires</a:t>
            </a:r>
          </a:p>
          <a:p>
            <a:pPr marL="457200" lvl="1" indent="0">
              <a:buNone/>
            </a:pPr>
            <a:endParaRPr lang="fr-CH">
              <a:effectLst/>
              <a:latin typeface="Century Gothic" panose="020B0502020202020204" pitchFamily="34" charset="0"/>
            </a:endParaRPr>
          </a:p>
          <a:p>
            <a:r>
              <a:rPr lang="fr-CH" b="1">
                <a:effectLst/>
                <a:latin typeface="Century Gothic" panose="020B0502020202020204" pitchFamily="34" charset="0"/>
              </a:rPr>
              <a:t>Signature</a:t>
            </a:r>
          </a:p>
          <a:p>
            <a:pPr lvl="1"/>
            <a:r>
              <a:rPr lang="fr-CH">
                <a:effectLst/>
                <a:latin typeface="Century Gothic" panose="020B0502020202020204" pitchFamily="34" charset="0"/>
              </a:rPr>
              <a:t>Permet au serveur de vérifier que le </a:t>
            </a:r>
            <a:r>
              <a:rPr lang="fr-CH" err="1">
                <a:effectLst/>
                <a:latin typeface="Century Gothic" panose="020B0502020202020204" pitchFamily="34" charset="0"/>
              </a:rPr>
              <a:t>token</a:t>
            </a:r>
            <a:r>
              <a:rPr lang="fr-CH">
                <a:effectLst/>
                <a:latin typeface="Century Gothic" panose="020B0502020202020204" pitchFamily="34" charset="0"/>
              </a:rPr>
              <a:t> est valide</a:t>
            </a:r>
          </a:p>
          <a:p>
            <a:endParaRPr lang="fr-CH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28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556652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Activité 1 : Les jetons JWT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45566181-C81A-2DF8-F4F6-9FC4768C947A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H"/>
              <a:t>E-183-ALL-JWT-TOKEN.docx</a:t>
            </a:r>
          </a:p>
        </p:txBody>
      </p:sp>
    </p:spTree>
    <p:extLst>
      <p:ext uri="{BB962C8B-B14F-4D97-AF65-F5344CB8AC3E}">
        <p14:creationId xmlns:p14="http://schemas.microsoft.com/office/powerpoint/2010/main" val="483106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b="1">
                <a:solidFill>
                  <a:srgbClr val="00459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LES SHA</a:t>
            </a: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45566181-C81A-2DF8-F4F6-9FC4768C947A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819225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Définition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Secure Hash</a:t>
            </a: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r>
              <a:rPr lang="fr-CH">
                <a:effectLst/>
                <a:latin typeface="Century Gothic" panose="020B0502020202020204" pitchFamily="34" charset="0"/>
              </a:rPr>
              <a:t>SHA-0 </a:t>
            </a:r>
          </a:p>
          <a:p>
            <a:r>
              <a:rPr lang="fr-CH">
                <a:effectLst/>
                <a:latin typeface="Century Gothic" panose="020B0502020202020204" pitchFamily="34" charset="0"/>
              </a:rPr>
              <a:t>SHA-1</a:t>
            </a:r>
          </a:p>
          <a:p>
            <a:r>
              <a:rPr lang="fr-CH">
                <a:effectLst/>
                <a:latin typeface="Century Gothic" panose="020B0502020202020204" pitchFamily="34" charset="0"/>
              </a:rPr>
              <a:t>SHA-2</a:t>
            </a:r>
          </a:p>
          <a:p>
            <a:r>
              <a:rPr lang="fr-CH">
                <a:effectLst/>
                <a:latin typeface="Century Gothic" panose="020B0502020202020204" pitchFamily="34" charset="0"/>
              </a:rPr>
              <a:t>SHA-3</a:t>
            </a:r>
          </a:p>
          <a:p>
            <a:endParaRPr lang="fr-CH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31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784004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Définition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Secure Hash</a:t>
            </a: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r>
              <a:rPr lang="fr-CH">
                <a:effectLst/>
                <a:latin typeface="Century Gothic" panose="020B0502020202020204" pitchFamily="34" charset="0"/>
              </a:rPr>
              <a:t>SHA-0 </a:t>
            </a:r>
          </a:p>
          <a:p>
            <a:r>
              <a:rPr lang="fr-CH">
                <a:effectLst/>
                <a:latin typeface="Century Gothic" panose="020B0502020202020204" pitchFamily="34" charset="0"/>
              </a:rPr>
              <a:t>SHA-1</a:t>
            </a:r>
          </a:p>
          <a:p>
            <a:r>
              <a:rPr lang="fr-CH">
                <a:effectLst/>
                <a:latin typeface="Century Gothic" panose="020B0502020202020204" pitchFamily="34" charset="0"/>
              </a:rPr>
              <a:t>SHA-2</a:t>
            </a:r>
          </a:p>
          <a:p>
            <a:r>
              <a:rPr lang="fr-CH">
                <a:effectLst/>
                <a:latin typeface="Century Gothic" panose="020B0502020202020204" pitchFamily="34" charset="0"/>
              </a:rPr>
              <a:t>SHA-3</a:t>
            </a:r>
          </a:p>
          <a:p>
            <a:endParaRPr lang="fr-CH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32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164245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Générer une paire de clé publique et privée (RSA)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45566181-C81A-2DF8-F4F6-9FC4768C947A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953591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Ce dont on a besoin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fr-CH"/>
          </a:p>
          <a:p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34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F0E144FB-8A22-A958-FF46-A2112B05E965}"/>
              </a:ext>
            </a:extLst>
          </p:cNvPr>
          <p:cNvSpPr/>
          <p:nvPr/>
        </p:nvSpPr>
        <p:spPr>
          <a:xfrm>
            <a:off x="0" y="6705600"/>
            <a:ext cx="418531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301737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Quelques commandes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err="1"/>
              <a:t>Generation</a:t>
            </a:r>
            <a:r>
              <a:rPr lang="fr-CH"/>
              <a:t> de la clé privée :</a:t>
            </a:r>
          </a:p>
          <a:p>
            <a:r>
              <a:rPr lang="fr-CH" err="1"/>
              <a:t>openssl</a:t>
            </a:r>
            <a:r>
              <a:rPr lang="fr-CH"/>
              <a:t> </a:t>
            </a:r>
            <a:r>
              <a:rPr lang="fr-CH" err="1"/>
              <a:t>genpkey</a:t>
            </a:r>
            <a:r>
              <a:rPr lang="fr-CH"/>
              <a:t> -</a:t>
            </a:r>
            <a:r>
              <a:rPr lang="fr-CH" err="1"/>
              <a:t>algorithm</a:t>
            </a:r>
            <a:r>
              <a:rPr lang="fr-CH"/>
              <a:t> RSA -out </a:t>
            </a:r>
            <a:r>
              <a:rPr lang="fr-CH" err="1"/>
              <a:t>server.key</a:t>
            </a:r>
            <a:r>
              <a:rPr lang="fr-CH"/>
              <a:t> -</a:t>
            </a:r>
            <a:r>
              <a:rPr lang="fr-CH" err="1"/>
              <a:t>pkeyopt</a:t>
            </a:r>
            <a:r>
              <a:rPr lang="fr-CH"/>
              <a:t> rsa_keygen_bits:2048</a:t>
            </a:r>
            <a:endParaRPr lang="fr-CH">
              <a:hlinkClick r:id="rId2"/>
            </a:endParaRPr>
          </a:p>
          <a:p>
            <a:endParaRPr lang="fr-CH"/>
          </a:p>
          <a:p>
            <a:r>
              <a:rPr lang="fr-CH" err="1"/>
              <a:t>openssl</a:t>
            </a:r>
            <a:r>
              <a:rPr lang="fr-CH"/>
              <a:t> </a:t>
            </a:r>
            <a:r>
              <a:rPr lang="fr-CH" err="1"/>
              <a:t>rsa</a:t>
            </a:r>
            <a:r>
              <a:rPr lang="fr-CH"/>
              <a:t> -in </a:t>
            </a:r>
            <a:r>
              <a:rPr lang="fr-CH" err="1"/>
              <a:t>key.pem</a:t>
            </a:r>
            <a:r>
              <a:rPr lang="fr-CH"/>
              <a:t> -</a:t>
            </a:r>
            <a:r>
              <a:rPr lang="fr-CH" err="1"/>
              <a:t>outform</a:t>
            </a:r>
            <a:r>
              <a:rPr lang="fr-CH"/>
              <a:t> PEM -</a:t>
            </a:r>
            <a:r>
              <a:rPr lang="fr-CH" err="1"/>
              <a:t>pubout</a:t>
            </a:r>
            <a:r>
              <a:rPr lang="fr-CH"/>
              <a:t> -out </a:t>
            </a:r>
            <a:r>
              <a:rPr lang="fr-CH" err="1"/>
              <a:t>public.pem</a:t>
            </a:r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35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F0E144FB-8A22-A958-FF46-A2112B05E965}"/>
              </a:ext>
            </a:extLst>
          </p:cNvPr>
          <p:cNvSpPr/>
          <p:nvPr/>
        </p:nvSpPr>
        <p:spPr>
          <a:xfrm>
            <a:off x="0" y="6705600"/>
            <a:ext cx="418531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629681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Sites utiles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>
                <a:hlinkClick r:id="rId2"/>
              </a:rPr>
              <a:t>https://www.cryptool.org/en/cto/openssl</a:t>
            </a:r>
            <a:endParaRPr lang="fr-CH"/>
          </a:p>
          <a:p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36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F0E144FB-8A22-A958-FF46-A2112B05E965}"/>
              </a:ext>
            </a:extLst>
          </p:cNvPr>
          <p:cNvSpPr/>
          <p:nvPr/>
        </p:nvSpPr>
        <p:spPr>
          <a:xfrm>
            <a:off x="0" y="6705600"/>
            <a:ext cx="418531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6767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RS256 vs HS256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45566181-C81A-2DF8-F4F6-9FC4768C947A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935804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HS256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HMAC with SHA-256</a:t>
            </a:r>
          </a:p>
          <a:p>
            <a:endParaRPr lang="fr-CH"/>
          </a:p>
          <a:p>
            <a:r>
              <a:rPr lang="fr-FR"/>
              <a:t>HMAC (</a:t>
            </a:r>
            <a:r>
              <a:rPr lang="fr-FR" b="1"/>
              <a:t>Hash-</a:t>
            </a:r>
            <a:r>
              <a:rPr lang="fr-FR" b="1" err="1"/>
              <a:t>Based</a:t>
            </a:r>
            <a:r>
              <a:rPr lang="fr-FR" b="1"/>
              <a:t> Message </a:t>
            </a:r>
            <a:r>
              <a:rPr lang="fr-FR" b="1" err="1"/>
              <a:t>Authentication</a:t>
            </a:r>
            <a:r>
              <a:rPr lang="fr-FR" b="1"/>
              <a:t> Code</a:t>
            </a:r>
            <a:r>
              <a:rPr lang="fr-FR"/>
              <a:t>)</a:t>
            </a:r>
            <a:endParaRPr lang="fr-CH"/>
          </a:p>
          <a:p>
            <a:pPr lvl="1"/>
            <a:endParaRPr lang="fr-CH"/>
          </a:p>
          <a:p>
            <a:r>
              <a:rPr lang="fr-CH"/>
              <a:t>Algorithme de chiffrement symétrique</a:t>
            </a:r>
          </a:p>
          <a:p>
            <a:r>
              <a:rPr lang="fr-CH"/>
              <a:t>Une clé unique génère et valide la signature</a:t>
            </a:r>
          </a:p>
          <a:p>
            <a:r>
              <a:rPr lang="fr-CH"/>
              <a:t>Seul le serveur émetteur du jeton est capable de prouver que le jeton n’a pas été forgé.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38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F0E144FB-8A22-A958-FF46-A2112B05E965}"/>
              </a:ext>
            </a:extLst>
          </p:cNvPr>
          <p:cNvSpPr/>
          <p:nvPr/>
        </p:nvSpPr>
        <p:spPr>
          <a:xfrm>
            <a:off x="0" y="6705600"/>
            <a:ext cx="418531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533143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RS256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RSA Signature </a:t>
            </a:r>
            <a:r>
              <a:rPr lang="fr-CH" err="1"/>
              <a:t>with</a:t>
            </a:r>
            <a:r>
              <a:rPr lang="fr-CH"/>
              <a:t> SHA-256</a:t>
            </a:r>
          </a:p>
          <a:p>
            <a:r>
              <a:rPr lang="fr-CH"/>
              <a:t>Algorithme de chiffrement asymétrique</a:t>
            </a:r>
          </a:p>
          <a:p>
            <a:r>
              <a:rPr lang="fr-CH"/>
              <a:t>Une paire de clé privée / publique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39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F0E144FB-8A22-A958-FF46-A2112B05E965}"/>
              </a:ext>
            </a:extLst>
          </p:cNvPr>
          <p:cNvSpPr/>
          <p:nvPr/>
        </p:nvSpPr>
        <p:spPr>
          <a:xfrm>
            <a:off x="0" y="6705600"/>
            <a:ext cx="418531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31066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Activité 2 : Les jetons JWT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45566181-C81A-2DF8-F4F6-9FC4768C947A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H"/>
              <a:t>E-183-ALL-JWT-TOKEN-Pratique.docx</a:t>
            </a:r>
          </a:p>
        </p:txBody>
      </p:sp>
    </p:spTree>
    <p:extLst>
      <p:ext uri="{BB962C8B-B14F-4D97-AF65-F5344CB8AC3E}">
        <p14:creationId xmlns:p14="http://schemas.microsoft.com/office/powerpoint/2010/main" val="35882820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Sites utiles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>
                <a:hlinkClick r:id="rId3"/>
              </a:rPr>
              <a:t>https://jwt.io</a:t>
            </a:r>
            <a:endParaRPr lang="fr-CH"/>
          </a:p>
          <a:p>
            <a:r>
              <a:rPr lang="fr-CH">
                <a:hlinkClick r:id="rId4"/>
              </a:rPr>
              <a:t>https://www.npmjs.com/package/jsonwebtoken</a:t>
            </a:r>
            <a:endParaRPr lang="fr-CH"/>
          </a:p>
          <a:p>
            <a:r>
              <a:rPr lang="fr-CH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41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F0E144FB-8A22-A958-FF46-A2112B05E965}"/>
              </a:ext>
            </a:extLst>
          </p:cNvPr>
          <p:cNvSpPr/>
          <p:nvPr/>
        </p:nvSpPr>
        <p:spPr>
          <a:xfrm>
            <a:off x="0" y="6705600"/>
            <a:ext cx="418531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73809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Par quoi je commence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Démarrer le serveur</a:t>
            </a:r>
          </a:p>
          <a:p>
            <a:r>
              <a:rPr lang="fr-CH"/>
              <a:t>Tester les URLs avec un client HTTP </a:t>
            </a:r>
          </a:p>
          <a:p>
            <a:r>
              <a:rPr lang="fr-CH"/>
              <a:t>Dans le code</a:t>
            </a:r>
          </a:p>
          <a:p>
            <a:pPr lvl="1"/>
            <a:r>
              <a:rPr lang="fr-CH"/>
              <a:t>Passer en revue les fichiers et comprendre leur fonction</a:t>
            </a:r>
          </a:p>
          <a:p>
            <a:pPr lvl="1"/>
            <a:r>
              <a:rPr lang="fr-CH"/>
              <a:t>Identifier les fichiers que vous devez modifier</a:t>
            </a:r>
          </a:p>
          <a:p>
            <a:pPr lvl="1"/>
            <a:endParaRPr lang="fr-CH"/>
          </a:p>
          <a:p>
            <a:pPr lvl="2"/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10.11.2025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42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F0E144FB-8A22-A958-FF46-A2112B05E965}"/>
              </a:ext>
            </a:extLst>
          </p:cNvPr>
          <p:cNvSpPr/>
          <p:nvPr/>
        </p:nvSpPr>
        <p:spPr>
          <a:xfrm>
            <a:off x="0" y="6705600"/>
            <a:ext cx="418531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89187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Conclusion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F8056EA6-4727-00D0-2A94-D655FD058B18}"/>
              </a:ext>
            </a:extLst>
          </p:cNvPr>
          <p:cNvSpPr/>
          <p:nvPr/>
        </p:nvSpPr>
        <p:spPr>
          <a:xfrm>
            <a:off x="0" y="6705600"/>
            <a:ext cx="1201003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85D5900-BBD6-42DC-CCB5-147BADB524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64999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-module-ALL-sujet.potm" id="{0E4AA291-A3BA-417D-9DDD-704EF9C4C7DF}" vid="{88192150-CEE7-4362-8C4B-420880CAD4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12CA962D3BC343BA4881942FCA9ABD" ma:contentTypeVersion="13" ma:contentTypeDescription="Crée un document." ma:contentTypeScope="" ma:versionID="69c7e1234aa399a5294368cedfc9727e">
  <xsd:schema xmlns:xsd="http://www.w3.org/2001/XMLSchema" xmlns:xs="http://www.w3.org/2001/XMLSchema" xmlns:p="http://schemas.microsoft.com/office/2006/metadata/properties" xmlns:ns2="eb2b4dc0-5538-4988-a426-1e3bf3687743" xmlns:ns3="26488081-7094-48e3-a435-bbb366c5709a" targetNamespace="http://schemas.microsoft.com/office/2006/metadata/properties" ma:root="true" ma:fieldsID="f55906f2b711226ab16b0d1a2f445893" ns2:_="" ns3:_="">
    <xsd:import namespace="eb2b4dc0-5538-4988-a426-1e3bf3687743"/>
    <xsd:import namespace="26488081-7094-48e3-a435-bbb366c570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2b4dc0-5538-4988-a426-1e3bf36877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5cfe7824-1d92-4d19-9a43-1c93e0eb46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488081-7094-48e3-a435-bbb366c5709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1d2a550-8a6e-4716-a102-3562047d879a}" ma:internalName="TaxCatchAll" ma:showField="CatchAllData" ma:web="26488081-7094-48e3-a435-bbb366c570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b2b4dc0-5538-4988-a426-1e3bf3687743">
      <Terms xmlns="http://schemas.microsoft.com/office/infopath/2007/PartnerControls"/>
    </lcf76f155ced4ddcb4097134ff3c332f>
    <TaxCatchAll xmlns="26488081-7094-48e3-a435-bbb366c5709a" xsi:nil="true"/>
  </documentManagement>
</p:properties>
</file>

<file path=customXml/itemProps1.xml><?xml version="1.0" encoding="utf-8"?>
<ds:datastoreItem xmlns:ds="http://schemas.openxmlformats.org/officeDocument/2006/customXml" ds:itemID="{3E31C3D5-5B46-4E1A-855D-CCA00E784B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4033AA-1143-4191-BFFB-DC195C4458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2b4dc0-5538-4988-a426-1e3bf3687743"/>
    <ds:schemaRef ds:uri="26488081-7094-48e3-a435-bbb366c570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D8083C-3C1C-4888-AB7E-D3C6C1B1DE24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eb2b4dc0-5538-4988-a426-1e3bf3687743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26488081-7094-48e3-a435-bbb366c5709a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S-module-ALL-sujet</Template>
  <TotalTime>185</TotalTime>
  <Words>1337</Words>
  <Application>Microsoft Office PowerPoint</Application>
  <PresentationFormat>Grand écran</PresentationFormat>
  <Paragraphs>367</Paragraphs>
  <Slides>43</Slides>
  <Notes>36</Notes>
  <HiddenSlides>7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43</vt:i4>
      </vt:variant>
    </vt:vector>
  </HeadingPairs>
  <TitlesOfParts>
    <vt:vector size="49" baseType="lpstr">
      <vt:lpstr>Century Gothic</vt:lpstr>
      <vt:lpstr>Helvetica</vt:lpstr>
      <vt:lpstr>Calibri</vt:lpstr>
      <vt:lpstr>Arial</vt:lpstr>
      <vt:lpstr>Daytona Light</vt:lpstr>
      <vt:lpstr>Office Theme</vt:lpstr>
      <vt:lpstr>Authentification</vt:lpstr>
      <vt:lpstr>Les objectifs</vt:lpstr>
      <vt:lpstr>LES SESSIONS</vt:lpstr>
      <vt:lpstr>Le principe</vt:lpstr>
      <vt:lpstr>Le principe</vt:lpstr>
      <vt:lpstr>Le principe</vt:lpstr>
      <vt:lpstr>Le principe</vt:lpstr>
      <vt:lpstr>Le principe</vt:lpstr>
      <vt:lpstr>BRAINSTORM</vt:lpstr>
      <vt:lpstr>Protection du mot de passe</vt:lpstr>
      <vt:lpstr>RISQUES</vt:lpstr>
      <vt:lpstr>MOYEN DE PRÉVENTION POUR LES UTILISATEURS</vt:lpstr>
      <vt:lpstr>MOYENS TECHNIQUES</vt:lpstr>
      <vt:lpstr>LE SEL</vt:lpstr>
      <vt:lpstr>LE POIVRE</vt:lpstr>
      <vt:lpstr>HASH TABLE</vt:lpstr>
      <vt:lpstr>RAINBOW TABLE</vt:lpstr>
      <vt:lpstr>PROTECTION PAR LE SEL</vt:lpstr>
      <vt:lpstr>Password Cheat Sheet</vt:lpstr>
      <vt:lpstr>Activité 1 : Protéger un mot de passe…</vt:lpstr>
      <vt:lpstr>LES TOKENS</vt:lpstr>
      <vt:lpstr>Ce que l’on cherche à résoudre</vt:lpstr>
      <vt:lpstr>Le principe</vt:lpstr>
      <vt:lpstr>Le principe</vt:lpstr>
      <vt:lpstr>Les avantages</vt:lpstr>
      <vt:lpstr>Les avantages</vt:lpstr>
      <vt:lpstr>Pourquoi utiliser un jeton ?</vt:lpstr>
      <vt:lpstr>Contenu du jeton</vt:lpstr>
      <vt:lpstr>Activité 1 : Les jetons JWT</vt:lpstr>
      <vt:lpstr>LES SHA</vt:lpstr>
      <vt:lpstr>Définition</vt:lpstr>
      <vt:lpstr>Définition</vt:lpstr>
      <vt:lpstr>Générer une paire de clé publique et privée (RSA)</vt:lpstr>
      <vt:lpstr>Ce dont on a besoin</vt:lpstr>
      <vt:lpstr>Quelques commandes</vt:lpstr>
      <vt:lpstr>Sites utiles</vt:lpstr>
      <vt:lpstr>RS256 vs HS256</vt:lpstr>
      <vt:lpstr>HS256</vt:lpstr>
      <vt:lpstr>RS256</vt:lpstr>
      <vt:lpstr>Activité 2 : Les jetons JWT</vt:lpstr>
      <vt:lpstr>Sites utiles</vt:lpstr>
      <vt:lpstr>Par quoi je commence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S-306-GIT</dc:title>
  <dc:creator>Cédric Schaffter</dc:creator>
  <cp:lastModifiedBy>Jonathan Melly</cp:lastModifiedBy>
  <cp:revision>8</cp:revision>
  <dcterms:created xsi:type="dcterms:W3CDTF">2023-07-10T11:31:25Z</dcterms:created>
  <dcterms:modified xsi:type="dcterms:W3CDTF">2025-11-10T09:04:27Z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0x010100BD12CA962D3BC343BA4881942FCA9ABD</vt:lpwstr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